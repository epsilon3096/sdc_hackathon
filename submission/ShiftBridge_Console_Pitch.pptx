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1a0cf2aba043b8" /><Relationship Type="http://schemas.openxmlformats.org/officeDocument/2006/relationships/extended-properties" Target="/docProps/app.xml" Id="Ra1b8d04530064adf" /><Relationship Type="http://schemas.openxmlformats.org/officeDocument/2006/relationships/officeDocument" Target="/ppt/presentation.xml" Id="Rdd5182fc896943de" /></Relationships>
</file>

<file path=ppt/presentation.xml><?xml version="1.0" encoding="utf-8"?>
<p:presentation xmlns:p="http://schemas.openxmlformats.org/presentationml/2006/main">
  <p:sldMasterIdLst>
    <p:sldMasterId xmlns:r="http://schemas.openxmlformats.org/officeDocument/2006/relationships" id="2147483648" r:id="R93a2da64c52648e6"/>
  </p:sldMasterIdLst>
  <p:notesMasterIdLst>
    <p:notesMasterId xmlns:r="http://schemas.openxmlformats.org/officeDocument/2006/relationships" r:id="R8b563a187fac4138"/>
  </p:notesMasterIdLst>
  <p:sldIdLst>
    <p:sldId xmlns:r="http://schemas.openxmlformats.org/officeDocument/2006/relationships" id="256" r:id="Rd402eaf61cbd4941"/>
    <p:sldId xmlns:r="http://schemas.openxmlformats.org/officeDocument/2006/relationships" id="257" r:id="R3e8ccadb7d83464b"/>
    <p:sldId xmlns:r="http://schemas.openxmlformats.org/officeDocument/2006/relationships" id="258" r:id="Rfe44448e53b148b9"/>
    <p:sldId xmlns:r="http://schemas.openxmlformats.org/officeDocument/2006/relationships" id="259" r:id="Re4ee8299e0ff474b"/>
    <p:sldId xmlns:r="http://schemas.openxmlformats.org/officeDocument/2006/relationships" id="260" r:id="R5e47e26c6ce24cde"/>
    <p:sldId xmlns:r="http://schemas.openxmlformats.org/officeDocument/2006/relationships" id="261" r:id="R702081a3a0fe4312"/>
    <p:sldId xmlns:r="http://schemas.openxmlformats.org/officeDocument/2006/relationships" id="262" r:id="Rad52e420183245e9"/>
    <p:sldId xmlns:r="http://schemas.openxmlformats.org/officeDocument/2006/relationships" id="263" r:id="Rf113b073ac9d44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130d3ba0394f42" /><Relationship Type="http://schemas.openxmlformats.org/officeDocument/2006/relationships/slideMaster" Target="/ppt/slideMasters/slideMaster1.xml" Id="R93a2da64c52648e6" /><Relationship Type="http://schemas.openxmlformats.org/officeDocument/2006/relationships/notesMaster" Target="/ppt/notesMasters/notesMaster1.xml" Id="R8b563a187fac4138" /><Relationship Type="http://schemas.openxmlformats.org/officeDocument/2006/relationships/presProps" Target="/ppt/presProps.xml" Id="R731026bc204b4de3" /><Relationship Type="http://schemas.openxmlformats.org/officeDocument/2006/relationships/tableStyles" Target="/ppt/tableStyles.xml" Id="R3d2f34ad8d944ff0" /><Relationship Type="http://schemas.openxmlformats.org/officeDocument/2006/relationships/slide" Target="/ppt/slides/slide1.xml" Id="Rd402eaf61cbd4941" /><Relationship Type="http://schemas.openxmlformats.org/officeDocument/2006/relationships/slide" Target="/ppt/slides/slide2.xml" Id="R3e8ccadb7d83464b" /><Relationship Type="http://schemas.openxmlformats.org/officeDocument/2006/relationships/slide" Target="/ppt/slides/slide3.xml" Id="Rfe44448e53b148b9" /><Relationship Type="http://schemas.openxmlformats.org/officeDocument/2006/relationships/slide" Target="/ppt/slides/slide4.xml" Id="Re4ee8299e0ff474b" /><Relationship Type="http://schemas.openxmlformats.org/officeDocument/2006/relationships/slide" Target="/ppt/slides/slide5.xml" Id="R5e47e26c6ce24cde" /><Relationship Type="http://schemas.openxmlformats.org/officeDocument/2006/relationships/slide" Target="/ppt/slides/slide6.xml" Id="R702081a3a0fe4312" /><Relationship Type="http://schemas.openxmlformats.org/officeDocument/2006/relationships/slide" Target="/ppt/slides/slide7.xml" Id="Rad52e420183245e9" /><Relationship Type="http://schemas.openxmlformats.org/officeDocument/2006/relationships/slide" Target="/ppt/slides/slide8.xml" Id="Rf113b073ac9d44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b7d222864f45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b59eba731442fe" /><Relationship Type="http://schemas.openxmlformats.org/officeDocument/2006/relationships/notesMaster" Target="/ppt/notesMasters/notesMaster1.xml" Id="R164b7e8dbd6849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e94b65ee824ea0" /><Relationship Type="http://schemas.openxmlformats.org/officeDocument/2006/relationships/notesMaster" Target="/ppt/notesMasters/notesMaster1.xml" Id="R8e3d59e27c2d40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1389fd3e59496f" /><Relationship Type="http://schemas.openxmlformats.org/officeDocument/2006/relationships/notesMaster" Target="/ppt/notesMasters/notesMaster1.xml" Id="R464acaacadac4d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4c4535595642bc" /><Relationship Type="http://schemas.openxmlformats.org/officeDocument/2006/relationships/notesMaster" Target="/ppt/notesMasters/notesMaster1.xml" Id="Re36c5255254a41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d1d355b2f44e33" /><Relationship Type="http://schemas.openxmlformats.org/officeDocument/2006/relationships/notesMaster" Target="/ppt/notesMasters/notesMaster1.xml" Id="R07c377196e564f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579301e46f43f4" /><Relationship Type="http://schemas.openxmlformats.org/officeDocument/2006/relationships/notesMaster" Target="/ppt/notesMasters/notesMaster1.xml" Id="R62e93f9518b744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821b0ff034423d" /><Relationship Type="http://schemas.openxmlformats.org/officeDocument/2006/relationships/notesMaster" Target="/ppt/notesMasters/notesMaster1.xml" Id="Raef2de53ece040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3a10f9060643e9" /><Relationship Type="http://schemas.openxmlformats.org/officeDocument/2006/relationships/notesMaster" Target="/ppt/notesMasters/notesMaster1.xml" Id="R00a4880c00a748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Console is a solo participant: Tan King Yang, UTAR. ShiftBridge is a working prototype for manufacturing quality inspectors. The four-hour case is synthetic. The public Replit prototype and seven patched-v3 RunPod GPU jobs are verified. This pitch does not claim validated user demand, employment outcomes or general model accuracy. Codex assists the participant; it is not the competition host or entrant. Source: docs/submission/01_PRELIMINARY_PROPOSAL.md and current app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TalentCorp Impact Study, Volume 2 Electrical and Electronics, copyright 2024, printed pages67 and70: https://www.talentcorp.com.my/images/uploads/publication/195/Impact-Study-of-Artificial-Intelligence-Digital-and-Green-Economy-on-the-Malaysian-Workforce-Volume-2-Sector-Electrical-and-Electronics-1747879257.pdf . Intel account: https://www.intel.com/content/www/us/en/it-management/intel-it-best-practices/smart-mfg-computer-vision-ai-inspection.html . Its linked paper is dated December2023. These sources establish task context, not Malaysian vacancy growth or the specific worker pain hypothesis. No worker interviews or buyer validation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outputs/ShiftBridge_App_Overview.png. Current UI has eight pages and an isolated guided rehearsal. Required journey is covered by current skills intake, a real arXiv refresh connector, explainable role alignment, prerequisite-aware planning, SDG mappings and moderate/faster scenarios. A screenshot alone does not prove the interactions. Show the real application in the recorded demo. Source: src/shared/types.ts, catalogue.ts, engine.ts and docs/submission/03_REQUIREMENTS_TO_PROOF.md.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outputs/ShiftBridge_Release_Demo.png, cropped in PowerPoint only to focus the real rehearsal. The image shows the rehearsal workflow and does not pretend every milestone is complete. The reviewer inspects Intel’s exact passage, records an interpretation, selects QA scope, approves and separately publishes. Numeric 20%/50% skill-weight changes are team scenario assumptions, not Intel measurements. Reject the synthetic retail chatbot and related-but-insufficient paper. Source: src/server/app.ts and seedMappings. Runtime evidence mapping is manual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engine1.1.0 output, reproduced21October2026. Constructed Farid: records1/4, quality_data0/4, weeklyHours4, budgetRM0. Baseline QA score52.13, revised moderate51.02, revised fast49.48. Baseline steps data-foundations, quality-data-practice, inspection-evidence, root-cause-practice; revised steps inspection-evidence, data-foundations, quality-data-practice, root-cause-practice. Same16 planned hours,4weeks,RM0 access. No skill loss or saved study hours are asserted. New Intel scope is QA-only. Accepted baseline persists until explicit adoption. Screenshot source: outputs/ShiftBridge_Plan_Comparison.png. Table is editable. Source: src/shared/engine.ts and docs/submission/03_REQUIREMENTS_TO_PROOF.md.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public/practice/qa-inspection-cases.csv and docs/EXERCISES.md. Hypothetical reference_defect and ai_flag values produce6 true positives,2 false negatives,3 false positives,9 true negatives, total20. Q07 lacks a measurement. These invented flags were not generated by RunPod. RunPod performs bounded text relevance triage, not image defect classification. Show the in-app exercise and its voluntary Review my plan action. Browser verification moved focus to Your learning steps on #pathway while preserving 25% completion, one of four steps. Feedback does not adopt a plan, raise proficiency or certify competence. Output: confusion table, exact error case IDs and a human escalation explanation. Reading sequence: basic maths, Microsoft Learn ML foundations, then computer vision. URLs: https://learn.microsoft.com/en-us/training/modules/fundamentals-machine-learning/ and https://learn.microsoft.com/en-us/training/modules/introduction-computer-vision/ . Finishing a checkbox records activity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 October 2026 checkpoint: 257 application tests passed and three optional real-PostgreSQL checks skipped locally and at Replit f056cef. Production build and built-app smoke passed. Thirteen offline Python worker checks passed. All seven public CI jobs passed at 45bfed5, including a separate PostgreSQL integration job and strict worker dependency audits; individual counts were not extracted from those CI logs. Published 45bfed5 (r4) passed 24 HTTPS checks and the complete five-milestone guided walkthrough with reload. Patched worker 383eabc release 4 executed BAAI/bge-large-en-v1.5 at revision d4aa6901d3a41ba39fb536a557fa166f842b0e09 under preprocessing bge-cls-l2-512-bounded2000-v3. The hosted app accepted the TalentCorp-passage result, cosine 0.5877708196640015, after all nine provenance checks. Provider delay was 304704 ms and execution 4053 ms, individual observations rather than typical latency. Six declared synthetic cases then completed. Both direct inspection passages ranked above both unrelated passages, four of four comparisons. The keyword-negation case scored 0.621195 despite denying deployment, so similarity cannot establish workforce impact. These are repeated smoke fixtures, not classification accuracy or calibration. Seven historical v2 jobs are separate evidence. No 0.65 cutoff is applied. Public passages only are sent. GPU output cannot publish a rule or replace a plan. Public prototype verified. Sources: docs/BUILD_STATUS.md, docs/RUNPOD_VERIFICATION.md and docs/evidence/.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SDG4: https://sdgs.un.org/goals/goal4 . Relevant technical/vocational skills and affordable learning access describe intended contribution, not measured official SDG indicators. Draft target is30% lower median task time with no loss of correctness in a planned counterbalanced study using equivalent synthetic cases. No measured baseline, participant experiment or workforce outcome exists yet. Intended users/advisers still need to validate the problem. Team Console, solo Tan King Yang of UTAR, owns the submission after human review. OpenAI Codex assistance is major. Gemini provided strategic critique; exact underlying model remains unverified. No phone/email or unverified public link is included. Source: proposal impact framework and technical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382764ace646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5b4131591044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b5eda1592f4d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55d306945a4f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3328690aac4f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0324d3fcf642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5B268-262A-4711-8A7C-0ED12F6034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CA4842-1D34-472A-A61A-5A3208BBCF8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58B1D5-E6F5-4810-B1AE-C73A3CA138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D7C288-528F-4BEA-9372-E3E4C68854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76DE9C-95FB-403B-B515-732D3C581C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98FF7C-832A-43A2-9219-1940C30171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2FC6AB-6078-4697-A5DE-E91A24A420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0466A3-AE90-42C4-A22C-1B7CEE41141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5D2829-9D16-4C79-BBCB-6A40CA3250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EFF458-AF70-42FC-AE48-1A95CACD77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eb7cad65c14acf" /><Relationship Type="http://schemas.openxmlformats.org/officeDocument/2006/relationships/slideLayout" Target="/ppt/slideLayouts/slideLayout1.xml" Id="R455eb7040db049f9" /><Relationship Type="http://schemas.openxmlformats.org/officeDocument/2006/relationships/slideLayout" Target="/ppt/slideLayouts/slideLayout2.xml" Id="R9eede41b161e4cf1" /><Relationship Type="http://schemas.openxmlformats.org/officeDocument/2006/relationships/slideLayout" Target="/ppt/slideLayouts/slideLayout3.xml" Id="R40edfae0e5f2418a" /><Relationship Type="http://schemas.openxmlformats.org/officeDocument/2006/relationships/slideLayout" Target="/ppt/slideLayouts/slideLayout4.xml" Id="Rcf52caa49f5d4f54" /><Relationship Type="http://schemas.openxmlformats.org/officeDocument/2006/relationships/slideLayout" Target="/ppt/slideLayouts/slideLayout5.xml" Id="R72675a3db3064131" /><Relationship Type="http://schemas.openxmlformats.org/officeDocument/2006/relationships/slideLayout" Target="/ppt/slideLayouts/slideLayout6.xml" Id="R6a175213d90d4a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5eb7040db049f9"/>
    <p:sldLayoutId xmlns:r="http://schemas.openxmlformats.org/officeDocument/2006/relationships" id="2147483650" r:id="R9eede41b161e4cf1"/>
    <p:sldLayoutId xmlns:r="http://schemas.openxmlformats.org/officeDocument/2006/relationships" id="2147483651" r:id="R40edfae0e5f2418a"/>
    <p:sldLayoutId xmlns:r="http://schemas.openxmlformats.org/officeDocument/2006/relationships" id="2147483652" r:id="Rcf52caa49f5d4f54"/>
    <p:sldLayoutId xmlns:r="http://schemas.openxmlformats.org/officeDocument/2006/relationships" id="2147483653" r:id="R72675a3db3064131"/>
    <p:sldLayoutId xmlns:r="http://schemas.openxmlformats.org/officeDocument/2006/relationships" id="2147483654" r:id="R6a175213d90d4a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c5aa0541ae4d59" /><Relationship Type="http://schemas.openxmlformats.org/officeDocument/2006/relationships/notesSlide" Target="/ppt/notesSlides/notesSlide1.xml" Id="Rd7f2915b79764b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2cde26e1804917" /><Relationship Type="http://schemas.openxmlformats.org/officeDocument/2006/relationships/notesSlide" Target="/ppt/notesSlides/notesSlide2.xml" Id="Rbc9f716294534e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b5d9cc37524062" /><Relationship Type="http://schemas.openxmlformats.org/officeDocument/2006/relationships/image" Target="/ppt/media/image.jpeg" Id="R92512bbd1a7e4a08" /><Relationship Type="http://schemas.openxmlformats.org/officeDocument/2006/relationships/notesSlide" Target="/ppt/notesSlides/notesSlide3.xml" Id="R68dd050052ca4e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68624f3e0441f1" /><Relationship Type="http://schemas.openxmlformats.org/officeDocument/2006/relationships/image" Target="/ppt/media/image2.jpeg" Id="Rb80b3453335d4553" /><Relationship Type="http://schemas.openxmlformats.org/officeDocument/2006/relationships/notesSlide" Target="/ppt/notesSlides/notesSlide4.xml" Id="R5dc02e02f72042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ce5b52da064536" /><Relationship Type="http://schemas.openxmlformats.org/officeDocument/2006/relationships/image" Target="/ppt/media/image3.jpeg" Id="Ra9424f5fbbeb46ff" /><Relationship Type="http://schemas.openxmlformats.org/officeDocument/2006/relationships/notesSlide" Target="/ppt/notesSlides/notesSlide5.xml" Id="R900603090f534d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0d020947b24945" /><Relationship Type="http://schemas.openxmlformats.org/officeDocument/2006/relationships/notesSlide" Target="/ppt/notesSlides/notesSlide6.xml" Id="R9a72a204f8fe46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3deef5a91c4efa" /><Relationship Type="http://schemas.openxmlformats.org/officeDocument/2006/relationships/notesSlide" Target="/ppt/notesSlides/notesSlide7.xml" Id="R29ba32a2ad9f45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a3449f95b94a7d" /><Relationship Type="http://schemas.openxmlformats.org/officeDocument/2006/relationships/notesSlide" Target="/ppt/notesSlides/notesSlide8.xml" Id="R85c2bb6709074345" /></Relationships>
</file>

<file path=ppt/slides/slide1.xml><?xml version="1.0" encoding="utf-8"?>
<p:sld xmlns:p="http://schemas.openxmlformats.org/presentationml/2006/main">
  <p:cSld>
    <p:bg>
      <p:bgPr>
        <a:solidFill xmlns:a="http://schemas.openxmlformats.org/drawingml/2006/main">
          <a:srgbClr val="193F35"/>
        </a:solidFill>
      </p:bgPr>
    </p:bg>
    <p:spTree>
      <p:nvGrpSpPr>
        <p:cNvPr id="1" name=""/>
        <p:cNvGrpSpPr/>
        <p:nvPr/>
      </p:nvGrpSpPr>
      <p:grpSpPr>
        <a:xfrm xmlns:a="http://schemas.openxmlformats.org/drawingml/2006/main"/>
      </p:grpSpPr>
      <p:sp>
        <p:nvSpPr>
          <p:cNvPr id="8" name="ShiftBridge / Console">
            <a:extLst xmlns:a="http://schemas.openxmlformats.org/drawingml/2006/main">
              <a:ext uri="{FF2B5EF4-FFF2-40B4-BE49-F238E27FC236}">
                <a16:creationId xmlns:a16="http://schemas.microsoft.com/office/drawing/2014/main" id="{F131A3EF-924B-4C57-8228-3BD7BE10ECB2}"/>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5CE"/>
                </a:solidFill>
                <a:latin typeface="Arial"/>
                <a:ea typeface="Arial"/>
                <a:cs typeface="Arial"/>
              </a:defRPr>
            </a:defPPr>
            <a:lvl1pPr>
              <a:defRPr sz="1200" b="0">
                <a:solidFill>
                  <a:srgbClr val="DCE5CE"/>
                </a:solidFill>
                <a:latin typeface="Arial"/>
                <a:ea typeface="Arial"/>
                <a:cs typeface="Arial"/>
              </a:defRPr>
            </a:lvl1pPr>
            <a:lvl2pPr>
              <a:defRPr sz="1200" b="0">
                <a:solidFill>
                  <a:srgbClr val="DCE5CE"/>
                </a:solidFill>
                <a:latin typeface="Arial"/>
                <a:ea typeface="Arial"/>
                <a:cs typeface="Arial"/>
              </a:defRPr>
            </a:lvl2pPr>
            <a:lvl3pPr>
              <a:defRPr sz="1200" b="0">
                <a:solidFill>
                  <a:srgbClr val="DCE5CE"/>
                </a:solidFill>
                <a:latin typeface="Arial"/>
                <a:ea typeface="Arial"/>
                <a:cs typeface="Arial"/>
              </a:defRPr>
            </a:lvl3pPr>
            <a:lvl4pPr>
              <a:defRPr sz="1200" b="0">
                <a:solidFill>
                  <a:srgbClr val="DCE5CE"/>
                </a:solidFill>
                <a:latin typeface="Arial"/>
                <a:ea typeface="Arial"/>
                <a:cs typeface="Arial"/>
              </a:defRPr>
            </a:lvl4pPr>
            <a:lvl5pPr>
              <a:defRPr sz="1200" b="0">
                <a:solidFill>
                  <a:srgbClr val="DCE5CE"/>
                </a:solidFill>
                <a:latin typeface="Arial"/>
                <a:ea typeface="Arial"/>
                <a:cs typeface="Arial"/>
              </a:defRPr>
            </a:lvl5pPr>
            <a:lvl6pPr>
              <a:defRPr sz="1200" b="0">
                <a:solidFill>
                  <a:srgbClr val="DCE5CE"/>
                </a:solidFill>
                <a:latin typeface="Arial"/>
                <a:ea typeface="Arial"/>
                <a:cs typeface="Arial"/>
              </a:defRPr>
            </a:lvl6pPr>
            <a:lvl7pPr>
              <a:defRPr sz="1200" b="0">
                <a:solidFill>
                  <a:srgbClr val="DCE5CE"/>
                </a:solidFill>
                <a:latin typeface="Arial"/>
                <a:ea typeface="Arial"/>
                <a:cs typeface="Arial"/>
              </a:defRPr>
            </a:lvl7pPr>
            <a:lvl8pPr>
              <a:defRPr sz="1200" b="0">
                <a:solidFill>
                  <a:srgbClr val="DCE5CE"/>
                </a:solidFill>
                <a:latin typeface="Arial"/>
                <a:ea typeface="Arial"/>
                <a:cs typeface="Arial"/>
              </a:defRPr>
            </a:lvl8pPr>
            <a:lvl9pPr>
              <a:defRPr sz="1200" b="0">
                <a:solidFill>
                  <a:srgbClr val="DCE5CE"/>
                </a:solidFill>
                <a:latin typeface="Arial"/>
                <a:ea typeface="Arial"/>
                <a:cs typeface="Arial"/>
              </a:defRPr>
            </a:lvl9pPr>
          </a:lstStyle>
          <a:p xmlns:a="http://schemas.openxmlformats.org/drawingml/2006/main">
            <a:pPr>
              <a:defRPr sz="1200" b="0">
                <a:solidFill>
                  <a:srgbClr val="DCE5CE"/>
                </a:solidFill>
                <a:latin typeface="Arial"/>
                <a:ea typeface="Arial"/>
                <a:cs typeface="Arial"/>
              </a:defRPr>
            </a:pPr>
            <a:r>
              <a:rPr sz="1200" b="0">
                <a:solidFill>
                  <a:srgbClr val="DCE5CE"/>
                </a:solidFill>
                <a:latin typeface="Arial"/>
                <a:ea typeface="Arial"/>
                <a:cs typeface="Arial"/>
              </a:rPr>
              <a:t>ShiftBridge / Console</a:t>
            </a:r>
          </a:p>
        </p:txBody>
      </p:sp>
      <p:sp>
        <p:nvSpPr>
          <p:cNvPr id="2" name="01 / 08">
            <a:extLst xmlns:a="http://schemas.openxmlformats.org/drawingml/2006/main">
              <a:ext uri="{FF2B5EF4-FFF2-40B4-BE49-F238E27FC236}">
                <a16:creationId xmlns:a16="http://schemas.microsoft.com/office/drawing/2014/main" id="{0AABE8FE-BEC6-4278-85E9-F395E9883EDE}"/>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5CE"/>
                </a:solidFill>
                <a:latin typeface="Arial"/>
                <a:ea typeface="Arial"/>
                <a:cs typeface="Arial"/>
              </a:defRPr>
            </a:defPPr>
            <a:lvl1pPr>
              <a:defRPr sz="1200" b="0">
                <a:solidFill>
                  <a:srgbClr val="DCE5CE"/>
                </a:solidFill>
                <a:latin typeface="Arial"/>
                <a:ea typeface="Arial"/>
                <a:cs typeface="Arial"/>
              </a:defRPr>
            </a:lvl1pPr>
            <a:lvl2pPr>
              <a:defRPr sz="1200" b="0">
                <a:solidFill>
                  <a:srgbClr val="DCE5CE"/>
                </a:solidFill>
                <a:latin typeface="Arial"/>
                <a:ea typeface="Arial"/>
                <a:cs typeface="Arial"/>
              </a:defRPr>
            </a:lvl2pPr>
            <a:lvl3pPr>
              <a:defRPr sz="1200" b="0">
                <a:solidFill>
                  <a:srgbClr val="DCE5CE"/>
                </a:solidFill>
                <a:latin typeface="Arial"/>
                <a:ea typeface="Arial"/>
                <a:cs typeface="Arial"/>
              </a:defRPr>
            </a:lvl3pPr>
            <a:lvl4pPr>
              <a:defRPr sz="1200" b="0">
                <a:solidFill>
                  <a:srgbClr val="DCE5CE"/>
                </a:solidFill>
                <a:latin typeface="Arial"/>
                <a:ea typeface="Arial"/>
                <a:cs typeface="Arial"/>
              </a:defRPr>
            </a:lvl4pPr>
            <a:lvl5pPr>
              <a:defRPr sz="1200" b="0">
                <a:solidFill>
                  <a:srgbClr val="DCE5CE"/>
                </a:solidFill>
                <a:latin typeface="Arial"/>
                <a:ea typeface="Arial"/>
                <a:cs typeface="Arial"/>
              </a:defRPr>
            </a:lvl5pPr>
            <a:lvl6pPr>
              <a:defRPr sz="1200" b="0">
                <a:solidFill>
                  <a:srgbClr val="DCE5CE"/>
                </a:solidFill>
                <a:latin typeface="Arial"/>
                <a:ea typeface="Arial"/>
                <a:cs typeface="Arial"/>
              </a:defRPr>
            </a:lvl6pPr>
            <a:lvl7pPr>
              <a:defRPr sz="1200" b="0">
                <a:solidFill>
                  <a:srgbClr val="DCE5CE"/>
                </a:solidFill>
                <a:latin typeface="Arial"/>
                <a:ea typeface="Arial"/>
                <a:cs typeface="Arial"/>
              </a:defRPr>
            </a:lvl7pPr>
            <a:lvl8pPr>
              <a:defRPr sz="1200" b="0">
                <a:solidFill>
                  <a:srgbClr val="DCE5CE"/>
                </a:solidFill>
                <a:latin typeface="Arial"/>
                <a:ea typeface="Arial"/>
                <a:cs typeface="Arial"/>
              </a:defRPr>
            </a:lvl8pPr>
            <a:lvl9pPr>
              <a:defRPr sz="1200" b="0">
                <a:solidFill>
                  <a:srgbClr val="DCE5CE"/>
                </a:solidFill>
                <a:latin typeface="Arial"/>
                <a:ea typeface="Arial"/>
                <a:cs typeface="Arial"/>
              </a:defRPr>
            </a:lvl9pPr>
          </a:lstStyle>
          <a:p xmlns:a="http://schemas.openxmlformats.org/drawingml/2006/main">
            <a:pPr>
              <a:defRPr sz="1200" b="0">
                <a:solidFill>
                  <a:srgbClr val="DCE5CE"/>
                </a:solidFill>
                <a:latin typeface="Arial"/>
                <a:ea typeface="Arial"/>
                <a:cs typeface="Arial"/>
              </a:defRPr>
            </a:pPr>
            <a:r>
              <a:rPr sz="1200" b="0">
                <a:solidFill>
                  <a:srgbClr val="DCE5CE"/>
                </a:solidFill>
                <a:latin typeface="Arial"/>
                <a:ea typeface="Arial"/>
                <a:cs typeface="Arial"/>
              </a:rPr>
              <a:t>01 / 08</a:t>
            </a:r>
          </a:p>
        </p:txBody>
      </p:sp>
      <p:sp>
        <p:nvSpPr>
          <p:cNvPr id="3" name="ShiftBridge">
            <a:extLst xmlns:a="http://schemas.openxmlformats.org/drawingml/2006/main">
              <a:ext uri="{FF2B5EF4-FFF2-40B4-BE49-F238E27FC236}">
                <a16:creationId xmlns:a16="http://schemas.microsoft.com/office/drawing/2014/main" id="{06C17D0C-ABC2-446C-932F-9442E185ED7E}"/>
              </a:ext>
            </a:extLst>
          </p:cNvPr>
          <p:cNvSpPr>
            <a:spLocks xmlns:a="http://schemas.openxmlformats.org/drawingml/2006/main" noGrp="1"/>
          </p:cNvSpPr>
          <p:nvPr/>
        </p:nvSpPr>
        <p:spPr>
          <a:xfrm xmlns:a="http://schemas.openxmlformats.org/drawingml/2006/main">
            <a:off x="609600" y="9620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FFFFF"/>
                </a:solidFill>
                <a:latin typeface="Arial"/>
                <a:ea typeface="Arial"/>
                <a:cs typeface="Arial"/>
              </a:defRPr>
            </a:defPPr>
            <a:lvl1pPr>
              <a:defRPr sz="6600" b="1">
                <a:solidFill>
                  <a:srgbClr val="FFFFFF"/>
                </a:solidFill>
                <a:latin typeface="Arial"/>
                <a:ea typeface="Arial"/>
                <a:cs typeface="Arial"/>
              </a:defRPr>
            </a:lvl1pPr>
            <a:lvl2pPr>
              <a:defRPr sz="6600" b="1">
                <a:solidFill>
                  <a:srgbClr val="FFFFFF"/>
                </a:solidFill>
                <a:latin typeface="Arial"/>
                <a:ea typeface="Arial"/>
                <a:cs typeface="Arial"/>
              </a:defRPr>
            </a:lvl2pPr>
            <a:lvl3pPr>
              <a:defRPr sz="6600" b="1">
                <a:solidFill>
                  <a:srgbClr val="FFFFFF"/>
                </a:solidFill>
                <a:latin typeface="Arial"/>
                <a:ea typeface="Arial"/>
                <a:cs typeface="Arial"/>
              </a:defRPr>
            </a:lvl3pPr>
            <a:lvl4pPr>
              <a:defRPr sz="6600" b="1">
                <a:solidFill>
                  <a:srgbClr val="FFFFFF"/>
                </a:solidFill>
                <a:latin typeface="Arial"/>
                <a:ea typeface="Arial"/>
                <a:cs typeface="Arial"/>
              </a:defRPr>
            </a:lvl4pPr>
            <a:lvl5pPr>
              <a:defRPr sz="6600" b="1">
                <a:solidFill>
                  <a:srgbClr val="FFFFFF"/>
                </a:solidFill>
                <a:latin typeface="Arial"/>
                <a:ea typeface="Arial"/>
                <a:cs typeface="Arial"/>
              </a:defRPr>
            </a:lvl5pPr>
            <a:lvl6pPr>
              <a:defRPr sz="6600" b="1">
                <a:solidFill>
                  <a:srgbClr val="FFFFFF"/>
                </a:solidFill>
                <a:latin typeface="Arial"/>
                <a:ea typeface="Arial"/>
                <a:cs typeface="Arial"/>
              </a:defRPr>
            </a:lvl6pPr>
            <a:lvl7pPr>
              <a:defRPr sz="6600" b="1">
                <a:solidFill>
                  <a:srgbClr val="FFFFFF"/>
                </a:solidFill>
                <a:latin typeface="Arial"/>
                <a:ea typeface="Arial"/>
                <a:cs typeface="Arial"/>
              </a:defRPr>
            </a:lvl7pPr>
            <a:lvl8pPr>
              <a:defRPr sz="6600" b="1">
                <a:solidFill>
                  <a:srgbClr val="FFFFFF"/>
                </a:solidFill>
                <a:latin typeface="Arial"/>
                <a:ea typeface="Arial"/>
                <a:cs typeface="Arial"/>
              </a:defRPr>
            </a:lvl8pPr>
            <a:lvl9pPr>
              <a:defRPr sz="6600" b="1">
                <a:solidFill>
                  <a:srgbClr val="FFFFFF"/>
                </a:solidFill>
                <a:latin typeface="Arial"/>
                <a:ea typeface="Arial"/>
                <a:cs typeface="Arial"/>
              </a:defRPr>
            </a:lvl9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ShiftBridge</a:t>
            </a:r>
          </a:p>
        </p:txBody>
      </p:sp>
      <p:sp>
        <p:nvSpPr>
          <p:cNvPr id="4" name="A learning decision&#10;an inspector ca">
            <a:extLst xmlns:a="http://schemas.openxmlformats.org/drawingml/2006/main">
              <a:ext uri="{FF2B5EF4-FFF2-40B4-BE49-F238E27FC236}">
                <a16:creationId xmlns:a16="http://schemas.microsoft.com/office/drawing/2014/main" id="{6CA85D4D-A52B-4E09-AF31-5CA9AB51397E}"/>
              </a:ext>
            </a:extLst>
          </p:cNvPr>
          <p:cNvSpPr>
            <a:spLocks xmlns:a="http://schemas.openxmlformats.org/drawingml/2006/main" noGrp="1"/>
          </p:cNvSpPr>
          <p:nvPr/>
        </p:nvSpPr>
        <p:spPr>
          <a:xfrm xmlns:a="http://schemas.openxmlformats.org/drawingml/2006/main">
            <a:off x="647700" y="24288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0">
                <a:solidFill>
                  <a:srgbClr val="DCE5CE"/>
                </a:solidFill>
                <a:latin typeface="Arial"/>
                <a:ea typeface="Arial"/>
                <a:cs typeface="Arial"/>
              </a:defRPr>
            </a:defPPr>
            <a:lvl1pPr>
              <a:defRPr sz="3900" b="0">
                <a:solidFill>
                  <a:srgbClr val="DCE5CE"/>
                </a:solidFill>
                <a:latin typeface="Arial"/>
                <a:ea typeface="Arial"/>
                <a:cs typeface="Arial"/>
              </a:defRPr>
            </a:lvl1pPr>
            <a:lvl2pPr>
              <a:defRPr sz="3900" b="0">
                <a:solidFill>
                  <a:srgbClr val="DCE5CE"/>
                </a:solidFill>
                <a:latin typeface="Arial"/>
                <a:ea typeface="Arial"/>
                <a:cs typeface="Arial"/>
              </a:defRPr>
            </a:lvl2pPr>
            <a:lvl3pPr>
              <a:defRPr sz="3900" b="0">
                <a:solidFill>
                  <a:srgbClr val="DCE5CE"/>
                </a:solidFill>
                <a:latin typeface="Arial"/>
                <a:ea typeface="Arial"/>
                <a:cs typeface="Arial"/>
              </a:defRPr>
            </a:lvl3pPr>
            <a:lvl4pPr>
              <a:defRPr sz="3900" b="0">
                <a:solidFill>
                  <a:srgbClr val="DCE5CE"/>
                </a:solidFill>
                <a:latin typeface="Arial"/>
                <a:ea typeface="Arial"/>
                <a:cs typeface="Arial"/>
              </a:defRPr>
            </a:lvl4pPr>
            <a:lvl5pPr>
              <a:defRPr sz="3900" b="0">
                <a:solidFill>
                  <a:srgbClr val="DCE5CE"/>
                </a:solidFill>
                <a:latin typeface="Arial"/>
                <a:ea typeface="Arial"/>
                <a:cs typeface="Arial"/>
              </a:defRPr>
            </a:lvl5pPr>
            <a:lvl6pPr>
              <a:defRPr sz="3900" b="0">
                <a:solidFill>
                  <a:srgbClr val="DCE5CE"/>
                </a:solidFill>
                <a:latin typeface="Arial"/>
                <a:ea typeface="Arial"/>
                <a:cs typeface="Arial"/>
              </a:defRPr>
            </a:lvl6pPr>
            <a:lvl7pPr>
              <a:defRPr sz="3900" b="0">
                <a:solidFill>
                  <a:srgbClr val="DCE5CE"/>
                </a:solidFill>
                <a:latin typeface="Arial"/>
                <a:ea typeface="Arial"/>
                <a:cs typeface="Arial"/>
              </a:defRPr>
            </a:lvl7pPr>
            <a:lvl8pPr>
              <a:defRPr sz="3900" b="0">
                <a:solidFill>
                  <a:srgbClr val="DCE5CE"/>
                </a:solidFill>
                <a:latin typeface="Arial"/>
                <a:ea typeface="Arial"/>
                <a:cs typeface="Arial"/>
              </a:defRPr>
            </a:lvl8pPr>
            <a:lvl9pPr>
              <a:defRPr sz="3900" b="0">
                <a:solidFill>
                  <a:srgbClr val="DCE5CE"/>
                </a:solidFill>
                <a:latin typeface="Arial"/>
                <a:ea typeface="Arial"/>
                <a:cs typeface="Arial"/>
              </a:defRPr>
            </a:lvl9pPr>
          </a:lstStyle>
          <a:p xmlns:a="http://schemas.openxmlformats.org/drawingml/2006/main">
            <a:pPr>
              <a:defRPr sz="3900" b="0">
                <a:solidFill>
                  <a:srgbClr val="DCE5CE"/>
                </a:solidFill>
                <a:latin typeface="Arial"/>
                <a:ea typeface="Arial"/>
                <a:cs typeface="Arial"/>
              </a:defRPr>
            </a:pPr>
            <a:r>
              <a:rPr sz="3900" b="0">
                <a:solidFill>
                  <a:srgbClr val="DCE5CE"/>
                </a:solidFill>
                <a:latin typeface="Arial"/>
                <a:ea typeface="Arial"/>
                <a:cs typeface="Arial"/>
              </a:rPr>
              <a:t>A learning decision</a:t>
            </a:r>
          </a:p>
          <a:p xmlns:a="http://schemas.openxmlformats.org/drawingml/2006/main">
            <a:pPr>
              <a:defRPr sz="3900" b="0">
                <a:solidFill>
                  <a:srgbClr val="DCE5CE"/>
                </a:solidFill>
                <a:latin typeface="Arial"/>
                <a:ea typeface="Arial"/>
                <a:cs typeface="Arial"/>
              </a:defRPr>
            </a:pPr>
            <a:r>
              <a:rPr sz="3900" b="0">
                <a:solidFill>
                  <a:srgbClr val="DCE5CE"/>
                </a:solidFill>
                <a:latin typeface="Arial"/>
                <a:ea typeface="Arial"/>
                <a:cs typeface="Arial"/>
              </a:rPr>
              <a:t>an inspector can explain</a:t>
            </a:r>
          </a:p>
        </p:txBody>
      </p:sp>
      <p:sp>
        <p:nvSpPr>
          <p:cNvPr id="5" name="Four study hours a week. A next act">
            <a:extLst xmlns:a="http://schemas.openxmlformats.org/drawingml/2006/main">
              <a:ext uri="{FF2B5EF4-FFF2-40B4-BE49-F238E27FC236}">
                <a16:creationId xmlns:a16="http://schemas.microsoft.com/office/drawing/2014/main" id="{097D17AF-FD01-4549-AF03-56FD59647027}"/>
              </a:ext>
            </a:extLst>
          </p:cNvPr>
          <p:cNvSpPr>
            <a:spLocks xmlns:a="http://schemas.openxmlformats.org/drawingml/2006/main" noGrp="1"/>
          </p:cNvSpPr>
          <p:nvPr/>
        </p:nvSpPr>
        <p:spPr>
          <a:xfrm xmlns:a="http://schemas.openxmlformats.org/drawingml/2006/main">
            <a:off x="647700" y="43243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Four study hours a week. A next action the worker chooses.</a:t>
            </a:r>
          </a:p>
        </p:txBody>
      </p:sp>
      <p:sp>
        <p:nvSpPr>
          <p:cNvPr id="6" name="Console&#10;Tan King Yang, UTAR">
            <a:extLst xmlns:a="http://schemas.openxmlformats.org/drawingml/2006/main">
              <a:ext uri="{FF2B5EF4-FFF2-40B4-BE49-F238E27FC236}">
                <a16:creationId xmlns:a16="http://schemas.microsoft.com/office/drawing/2014/main" id="{B6698D2B-5050-4704-BF86-4FAC25A13D5A}"/>
              </a:ext>
            </a:extLst>
          </p:cNvPr>
          <p:cNvSpPr>
            <a:spLocks xmlns:a="http://schemas.openxmlformats.org/drawingml/2006/main" noGrp="1"/>
          </p:cNvSpPr>
          <p:nvPr/>
        </p:nvSpPr>
        <p:spPr>
          <a:xfrm xmlns:a="http://schemas.openxmlformats.org/drawingml/2006/main">
            <a:off x="647700" y="5257800"/>
            <a:ext cx="704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CE5CE"/>
                </a:solidFill>
                <a:latin typeface="Arial"/>
                <a:ea typeface="Arial"/>
                <a:cs typeface="Arial"/>
              </a:defRPr>
            </a:defPPr>
            <a:lvl1pPr>
              <a:defRPr sz="1875" b="0">
                <a:solidFill>
                  <a:srgbClr val="DCE5CE"/>
                </a:solidFill>
                <a:latin typeface="Arial"/>
                <a:ea typeface="Arial"/>
                <a:cs typeface="Arial"/>
              </a:defRPr>
            </a:lvl1pPr>
            <a:lvl2pPr>
              <a:defRPr sz="1875" b="0">
                <a:solidFill>
                  <a:srgbClr val="DCE5CE"/>
                </a:solidFill>
                <a:latin typeface="Arial"/>
                <a:ea typeface="Arial"/>
                <a:cs typeface="Arial"/>
              </a:defRPr>
            </a:lvl2pPr>
            <a:lvl3pPr>
              <a:defRPr sz="1875" b="0">
                <a:solidFill>
                  <a:srgbClr val="DCE5CE"/>
                </a:solidFill>
                <a:latin typeface="Arial"/>
                <a:ea typeface="Arial"/>
                <a:cs typeface="Arial"/>
              </a:defRPr>
            </a:lvl3pPr>
            <a:lvl4pPr>
              <a:defRPr sz="1875" b="0">
                <a:solidFill>
                  <a:srgbClr val="DCE5CE"/>
                </a:solidFill>
                <a:latin typeface="Arial"/>
                <a:ea typeface="Arial"/>
                <a:cs typeface="Arial"/>
              </a:defRPr>
            </a:lvl4pPr>
            <a:lvl5pPr>
              <a:defRPr sz="1875" b="0">
                <a:solidFill>
                  <a:srgbClr val="DCE5CE"/>
                </a:solidFill>
                <a:latin typeface="Arial"/>
                <a:ea typeface="Arial"/>
                <a:cs typeface="Arial"/>
              </a:defRPr>
            </a:lvl5pPr>
            <a:lvl6pPr>
              <a:defRPr sz="1875" b="0">
                <a:solidFill>
                  <a:srgbClr val="DCE5CE"/>
                </a:solidFill>
                <a:latin typeface="Arial"/>
                <a:ea typeface="Arial"/>
                <a:cs typeface="Arial"/>
              </a:defRPr>
            </a:lvl6pPr>
            <a:lvl7pPr>
              <a:defRPr sz="1875" b="0">
                <a:solidFill>
                  <a:srgbClr val="DCE5CE"/>
                </a:solidFill>
                <a:latin typeface="Arial"/>
                <a:ea typeface="Arial"/>
                <a:cs typeface="Arial"/>
              </a:defRPr>
            </a:lvl7pPr>
            <a:lvl8pPr>
              <a:defRPr sz="1875" b="0">
                <a:solidFill>
                  <a:srgbClr val="DCE5CE"/>
                </a:solidFill>
                <a:latin typeface="Arial"/>
                <a:ea typeface="Arial"/>
                <a:cs typeface="Arial"/>
              </a:defRPr>
            </a:lvl8pPr>
            <a:lvl9pPr>
              <a:defRPr sz="1875" b="0">
                <a:solidFill>
                  <a:srgbClr val="DCE5CE"/>
                </a:solidFill>
                <a:latin typeface="Arial"/>
                <a:ea typeface="Arial"/>
                <a:cs typeface="Arial"/>
              </a:defRPr>
            </a:lvl9pPr>
          </a:lstStyle>
          <a:p xmlns:a="http://schemas.openxmlformats.org/drawingml/2006/main">
            <a:pPr>
              <a:defRPr sz="1875" b="0">
                <a:solidFill>
                  <a:srgbClr val="DCE5CE"/>
                </a:solidFill>
                <a:latin typeface="Arial"/>
                <a:ea typeface="Arial"/>
                <a:cs typeface="Arial"/>
              </a:defRPr>
            </a:pPr>
            <a:r>
              <a:rPr sz="1875" b="0">
                <a:solidFill>
                  <a:srgbClr val="DCE5CE"/>
                </a:solidFill>
                <a:latin typeface="Arial"/>
                <a:ea typeface="Arial"/>
                <a:cs typeface="Arial"/>
              </a:rPr>
              <a:t>Console</a:t>
            </a:r>
          </a:p>
          <a:p xmlns:a="http://schemas.openxmlformats.org/drawingml/2006/main">
            <a:pPr>
              <a:defRPr sz="1875" b="0">
                <a:solidFill>
                  <a:srgbClr val="DCE5CE"/>
                </a:solidFill>
                <a:latin typeface="Arial"/>
                <a:ea typeface="Arial"/>
                <a:cs typeface="Arial"/>
              </a:defRPr>
            </a:pPr>
            <a:r>
              <a:rPr sz="1875" b="0">
                <a:solidFill>
                  <a:srgbClr val="DCE5CE"/>
                </a:solidFill>
                <a:latin typeface="Arial"/>
                <a:ea typeface="Arial"/>
                <a:cs typeface="Arial"/>
              </a:rPr>
              <a:t>Tan King Yang, UTAR</a:t>
            </a:r>
          </a:p>
        </p:txBody>
      </p:sp>
      <p:sp>
        <p:nvSpPr>
          <p:cNvPr id="7" name="Domain 1 AIVERSECITY&#10;SDG 4 Quality ">
            <a:extLst xmlns:a="http://schemas.openxmlformats.org/drawingml/2006/main">
              <a:ext uri="{FF2B5EF4-FFF2-40B4-BE49-F238E27FC236}">
                <a16:creationId xmlns:a16="http://schemas.microsoft.com/office/drawing/2014/main" id="{4A586445-763C-4DFF-BBCB-4D34DFC83AB6}"/>
              </a:ext>
            </a:extLst>
          </p:cNvPr>
          <p:cNvSpPr>
            <a:spLocks xmlns:a="http://schemas.openxmlformats.org/drawingml/2006/main" noGrp="1"/>
          </p:cNvSpPr>
          <p:nvPr/>
        </p:nvSpPr>
        <p:spPr>
          <a:xfrm xmlns:a="http://schemas.openxmlformats.org/drawingml/2006/main">
            <a:off x="8096250" y="5257800"/>
            <a:ext cx="3486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DCE5CE"/>
                </a:solidFill>
                <a:latin typeface="Arial"/>
                <a:ea typeface="Arial"/>
                <a:cs typeface="Arial"/>
              </a:defRPr>
            </a:defPPr>
            <a:lvl1pPr>
              <a:defRPr sz="1725" b="0">
                <a:solidFill>
                  <a:srgbClr val="DCE5CE"/>
                </a:solidFill>
                <a:latin typeface="Arial"/>
                <a:ea typeface="Arial"/>
                <a:cs typeface="Arial"/>
              </a:defRPr>
            </a:lvl1pPr>
            <a:lvl2pPr>
              <a:defRPr sz="1725" b="0">
                <a:solidFill>
                  <a:srgbClr val="DCE5CE"/>
                </a:solidFill>
                <a:latin typeface="Arial"/>
                <a:ea typeface="Arial"/>
                <a:cs typeface="Arial"/>
              </a:defRPr>
            </a:lvl2pPr>
            <a:lvl3pPr>
              <a:defRPr sz="1725" b="0">
                <a:solidFill>
                  <a:srgbClr val="DCE5CE"/>
                </a:solidFill>
                <a:latin typeface="Arial"/>
                <a:ea typeface="Arial"/>
                <a:cs typeface="Arial"/>
              </a:defRPr>
            </a:lvl3pPr>
            <a:lvl4pPr>
              <a:defRPr sz="1725" b="0">
                <a:solidFill>
                  <a:srgbClr val="DCE5CE"/>
                </a:solidFill>
                <a:latin typeface="Arial"/>
                <a:ea typeface="Arial"/>
                <a:cs typeface="Arial"/>
              </a:defRPr>
            </a:lvl4pPr>
            <a:lvl5pPr>
              <a:defRPr sz="1725" b="0">
                <a:solidFill>
                  <a:srgbClr val="DCE5CE"/>
                </a:solidFill>
                <a:latin typeface="Arial"/>
                <a:ea typeface="Arial"/>
                <a:cs typeface="Arial"/>
              </a:defRPr>
            </a:lvl5pPr>
            <a:lvl6pPr>
              <a:defRPr sz="1725" b="0">
                <a:solidFill>
                  <a:srgbClr val="DCE5CE"/>
                </a:solidFill>
                <a:latin typeface="Arial"/>
                <a:ea typeface="Arial"/>
                <a:cs typeface="Arial"/>
              </a:defRPr>
            </a:lvl6pPr>
            <a:lvl7pPr>
              <a:defRPr sz="1725" b="0">
                <a:solidFill>
                  <a:srgbClr val="DCE5CE"/>
                </a:solidFill>
                <a:latin typeface="Arial"/>
                <a:ea typeface="Arial"/>
                <a:cs typeface="Arial"/>
              </a:defRPr>
            </a:lvl7pPr>
            <a:lvl8pPr>
              <a:defRPr sz="1725" b="0">
                <a:solidFill>
                  <a:srgbClr val="DCE5CE"/>
                </a:solidFill>
                <a:latin typeface="Arial"/>
                <a:ea typeface="Arial"/>
                <a:cs typeface="Arial"/>
              </a:defRPr>
            </a:lvl8pPr>
            <a:lvl9pPr>
              <a:defRPr sz="1725" b="0">
                <a:solidFill>
                  <a:srgbClr val="DCE5CE"/>
                </a:solidFill>
                <a:latin typeface="Arial"/>
                <a:ea typeface="Arial"/>
                <a:cs typeface="Arial"/>
              </a:defRPr>
            </a:lvl9pPr>
          </a:lstStyle>
          <a:p xmlns:a="http://schemas.openxmlformats.org/drawingml/2006/main">
            <a:pPr>
              <a:defRPr sz="1725" b="0">
                <a:solidFill>
                  <a:srgbClr val="DCE5CE"/>
                </a:solidFill>
                <a:latin typeface="Arial"/>
                <a:ea typeface="Arial"/>
                <a:cs typeface="Arial"/>
              </a:defRPr>
            </a:pPr>
            <a:r>
              <a:rPr sz="1725" b="0">
                <a:solidFill>
                  <a:srgbClr val="DCE5CE"/>
                </a:solidFill>
                <a:latin typeface="Arial"/>
                <a:ea typeface="Arial"/>
                <a:cs typeface="Arial"/>
              </a:rPr>
              <a:t>Domain 1 AIVERSECITY</a:t>
            </a:r>
          </a:p>
          <a:p xmlns:a="http://schemas.openxmlformats.org/drawingml/2006/main">
            <a:pPr>
              <a:defRPr sz="1725" b="0">
                <a:solidFill>
                  <a:srgbClr val="DCE5CE"/>
                </a:solidFill>
                <a:latin typeface="Arial"/>
                <a:ea typeface="Arial"/>
                <a:cs typeface="Arial"/>
              </a:defRPr>
            </a:pPr>
            <a:r>
              <a:rPr sz="1725" b="0">
                <a:solidFill>
                  <a:srgbClr val="DCE5CE"/>
                </a:solidFill>
                <a:latin typeface="Arial"/>
                <a:ea typeface="Arial"/>
                <a:cs typeface="Arial"/>
              </a:rPr>
              <a:t>SDG 4 Quality Education</a:t>
            </a:r>
          </a:p>
        </p:txBody>
      </p:sp>
    </p:spTree>
    <p:extLst>
      <p:ext uri="{BB962C8B-B14F-4D97-AF65-F5344CB8AC3E}">
        <p14:creationId xmlns:p14="http://schemas.microsoft.com/office/powerpoint/2010/main" val="177352931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2834650E-C241-4A1B-AAD0-6BD8108C452D}"/>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Inspection work is changing</a:t>
            </a:r>
          </a:p>
        </p:txBody>
      </p:sp>
      <p:sp>
        <p:nvSpPr>
          <p:cNvPr id="2" name="ShiftBridge / Console">
            <a:extLst xmlns:a="http://schemas.openxmlformats.org/drawingml/2006/main">
              <a:ext uri="{FF2B5EF4-FFF2-40B4-BE49-F238E27FC236}">
                <a16:creationId xmlns:a16="http://schemas.microsoft.com/office/drawing/2014/main" id="{8E7AA219-0F62-49DA-B904-44B9812F4C27}"/>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2 / 08">
            <a:extLst xmlns:a="http://schemas.openxmlformats.org/drawingml/2006/main">
              <a:ext uri="{FF2B5EF4-FFF2-40B4-BE49-F238E27FC236}">
                <a16:creationId xmlns:a16="http://schemas.microsoft.com/office/drawing/2014/main" id="{12071A8C-A32C-4975-BAE6-F755BEE86E06}"/>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02 / 08</a:t>
            </a:r>
          </a:p>
        </p:txBody>
      </p:sp>
      <p:sp>
        <p:nvSpPr>
          <p:cNvPr id="4" name="TalentCorp E&amp;E study">
            <a:extLst xmlns:a="http://schemas.openxmlformats.org/drawingml/2006/main">
              <a:ext uri="{FF2B5EF4-FFF2-40B4-BE49-F238E27FC236}">
                <a16:creationId xmlns:a16="http://schemas.microsoft.com/office/drawing/2014/main" id="{05457564-64F9-4605-8D43-45FA525B4952}"/>
              </a:ext>
            </a:extLst>
          </p:cNvPr>
          <p:cNvSpPr>
            <a:spLocks xmlns:a="http://schemas.openxmlformats.org/drawingml/2006/main" noGrp="1"/>
          </p:cNvSpPr>
          <p:nvPr/>
        </p:nvSpPr>
        <p:spPr>
          <a:xfrm xmlns:a="http://schemas.openxmlformats.org/drawingml/2006/main">
            <a:off x="609600" y="18288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F35"/>
                </a:solidFill>
                <a:latin typeface="Arial"/>
                <a:ea typeface="Arial"/>
                <a:cs typeface="Arial"/>
              </a:defRPr>
            </a:defPPr>
            <a:lvl1pPr>
              <a:defRPr sz="2250" b="1">
                <a:solidFill>
                  <a:srgbClr val="193F35"/>
                </a:solidFill>
                <a:latin typeface="Arial"/>
                <a:ea typeface="Arial"/>
                <a:cs typeface="Arial"/>
              </a:defRPr>
            </a:lvl1pPr>
            <a:lvl2pPr>
              <a:defRPr sz="2250" b="1">
                <a:solidFill>
                  <a:srgbClr val="193F35"/>
                </a:solidFill>
                <a:latin typeface="Arial"/>
                <a:ea typeface="Arial"/>
                <a:cs typeface="Arial"/>
              </a:defRPr>
            </a:lvl2pPr>
            <a:lvl3pPr>
              <a:defRPr sz="2250" b="1">
                <a:solidFill>
                  <a:srgbClr val="193F35"/>
                </a:solidFill>
                <a:latin typeface="Arial"/>
                <a:ea typeface="Arial"/>
                <a:cs typeface="Arial"/>
              </a:defRPr>
            </a:lvl3pPr>
            <a:lvl4pPr>
              <a:defRPr sz="2250" b="1">
                <a:solidFill>
                  <a:srgbClr val="193F35"/>
                </a:solidFill>
                <a:latin typeface="Arial"/>
                <a:ea typeface="Arial"/>
                <a:cs typeface="Arial"/>
              </a:defRPr>
            </a:lvl4pPr>
            <a:lvl5pPr>
              <a:defRPr sz="2250" b="1">
                <a:solidFill>
                  <a:srgbClr val="193F35"/>
                </a:solidFill>
                <a:latin typeface="Arial"/>
                <a:ea typeface="Arial"/>
                <a:cs typeface="Arial"/>
              </a:defRPr>
            </a:lvl5pPr>
            <a:lvl6pPr>
              <a:defRPr sz="2250" b="1">
                <a:solidFill>
                  <a:srgbClr val="193F35"/>
                </a:solidFill>
                <a:latin typeface="Arial"/>
                <a:ea typeface="Arial"/>
                <a:cs typeface="Arial"/>
              </a:defRPr>
            </a:lvl6pPr>
            <a:lvl7pPr>
              <a:defRPr sz="2250" b="1">
                <a:solidFill>
                  <a:srgbClr val="193F35"/>
                </a:solidFill>
                <a:latin typeface="Arial"/>
                <a:ea typeface="Arial"/>
                <a:cs typeface="Arial"/>
              </a:defRPr>
            </a:lvl7pPr>
            <a:lvl8pPr>
              <a:defRPr sz="2250" b="1">
                <a:solidFill>
                  <a:srgbClr val="193F35"/>
                </a:solidFill>
                <a:latin typeface="Arial"/>
                <a:ea typeface="Arial"/>
                <a:cs typeface="Arial"/>
              </a:defRPr>
            </a:lvl8pPr>
            <a:lvl9pPr>
              <a:defRPr sz="2250" b="1">
                <a:solidFill>
                  <a:srgbClr val="193F35"/>
                </a:solidFill>
                <a:latin typeface="Arial"/>
                <a:ea typeface="Arial"/>
                <a:cs typeface="Arial"/>
              </a:defRPr>
            </a:lvl9pPr>
          </a:lstStyle>
          <a:p xmlns:a="http://schemas.openxmlformats.org/drawingml/2006/main">
            <a:pPr>
              <a:defRPr sz="2250" b="1">
                <a:solidFill>
                  <a:srgbClr val="193F35"/>
                </a:solidFill>
                <a:latin typeface="Arial"/>
                <a:ea typeface="Arial"/>
                <a:cs typeface="Arial"/>
              </a:defRPr>
            </a:pPr>
            <a:r>
              <a:rPr sz="2250" b="1">
                <a:solidFill>
                  <a:srgbClr val="193F35"/>
                </a:solidFill>
                <a:latin typeface="Arial"/>
                <a:ea typeface="Arial"/>
                <a:cs typeface="Arial"/>
              </a:rPr>
              <a:t>TalentCorp E&amp;E study</a:t>
            </a:r>
          </a:p>
        </p:txBody>
      </p:sp>
      <p:sp>
        <p:nvSpPr>
          <p:cNvPr id="5" name="2024 copyright edition">
            <a:extLst xmlns:a="http://schemas.openxmlformats.org/drawingml/2006/main">
              <a:ext uri="{FF2B5EF4-FFF2-40B4-BE49-F238E27FC236}">
                <a16:creationId xmlns:a16="http://schemas.microsoft.com/office/drawing/2014/main" id="{05C05DA2-C34B-4283-9FC1-63D0CDBCDD58}"/>
              </a:ext>
            </a:extLst>
          </p:cNvPr>
          <p:cNvSpPr>
            <a:spLocks xmlns:a="http://schemas.openxmlformats.org/drawingml/2006/main" noGrp="1"/>
          </p:cNvSpPr>
          <p:nvPr/>
        </p:nvSpPr>
        <p:spPr>
          <a:xfrm xmlns:a="http://schemas.openxmlformats.org/drawingml/2006/main">
            <a:off x="609600" y="22764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47468"/>
                </a:solidFill>
                <a:latin typeface="Arial"/>
                <a:ea typeface="Arial"/>
                <a:cs typeface="Arial"/>
              </a:defRPr>
            </a:defPPr>
            <a:lvl1pPr>
              <a:defRPr sz="1650" b="0">
                <a:solidFill>
                  <a:srgbClr val="647468"/>
                </a:solidFill>
                <a:latin typeface="Arial"/>
                <a:ea typeface="Arial"/>
                <a:cs typeface="Arial"/>
              </a:defRPr>
            </a:lvl1pPr>
            <a:lvl2pPr>
              <a:defRPr sz="1650" b="0">
                <a:solidFill>
                  <a:srgbClr val="647468"/>
                </a:solidFill>
                <a:latin typeface="Arial"/>
                <a:ea typeface="Arial"/>
                <a:cs typeface="Arial"/>
              </a:defRPr>
            </a:lvl2pPr>
            <a:lvl3pPr>
              <a:defRPr sz="1650" b="0">
                <a:solidFill>
                  <a:srgbClr val="647468"/>
                </a:solidFill>
                <a:latin typeface="Arial"/>
                <a:ea typeface="Arial"/>
                <a:cs typeface="Arial"/>
              </a:defRPr>
            </a:lvl3pPr>
            <a:lvl4pPr>
              <a:defRPr sz="1650" b="0">
                <a:solidFill>
                  <a:srgbClr val="647468"/>
                </a:solidFill>
                <a:latin typeface="Arial"/>
                <a:ea typeface="Arial"/>
                <a:cs typeface="Arial"/>
              </a:defRPr>
            </a:lvl4pPr>
            <a:lvl5pPr>
              <a:defRPr sz="1650" b="0">
                <a:solidFill>
                  <a:srgbClr val="647468"/>
                </a:solidFill>
                <a:latin typeface="Arial"/>
                <a:ea typeface="Arial"/>
                <a:cs typeface="Arial"/>
              </a:defRPr>
            </a:lvl5pPr>
            <a:lvl6pPr>
              <a:defRPr sz="1650" b="0">
                <a:solidFill>
                  <a:srgbClr val="647468"/>
                </a:solidFill>
                <a:latin typeface="Arial"/>
                <a:ea typeface="Arial"/>
                <a:cs typeface="Arial"/>
              </a:defRPr>
            </a:lvl6pPr>
            <a:lvl7pPr>
              <a:defRPr sz="1650" b="0">
                <a:solidFill>
                  <a:srgbClr val="647468"/>
                </a:solidFill>
                <a:latin typeface="Arial"/>
                <a:ea typeface="Arial"/>
                <a:cs typeface="Arial"/>
              </a:defRPr>
            </a:lvl7pPr>
            <a:lvl8pPr>
              <a:defRPr sz="1650" b="0">
                <a:solidFill>
                  <a:srgbClr val="647468"/>
                </a:solidFill>
                <a:latin typeface="Arial"/>
                <a:ea typeface="Arial"/>
                <a:cs typeface="Arial"/>
              </a:defRPr>
            </a:lvl8pPr>
            <a:lvl9pPr>
              <a:defRPr sz="1650" b="0">
                <a:solidFill>
                  <a:srgbClr val="647468"/>
                </a:solidFill>
                <a:latin typeface="Arial"/>
                <a:ea typeface="Arial"/>
                <a:cs typeface="Arial"/>
              </a:defRPr>
            </a:lvl9pPr>
          </a:lstStyle>
          <a:p xmlns:a="http://schemas.openxmlformats.org/drawingml/2006/main">
            <a:pPr>
              <a:defRPr sz="1650" b="0">
                <a:solidFill>
                  <a:srgbClr val="647468"/>
                </a:solidFill>
                <a:latin typeface="Arial"/>
                <a:ea typeface="Arial"/>
                <a:cs typeface="Arial"/>
              </a:defRPr>
            </a:pPr>
            <a:r>
              <a:rPr sz="1650" b="0">
                <a:solidFill>
                  <a:srgbClr val="647468"/>
                </a:solidFill>
                <a:latin typeface="Arial"/>
                <a:ea typeface="Arial"/>
                <a:cs typeface="Arial"/>
              </a:rPr>
              <a:t>2024 copyright edition</a:t>
            </a:r>
          </a:p>
        </p:txBody>
      </p:sp>
      <p:sp>
        <p:nvSpPr>
          <p:cNvPr id="6" name="Evolving QA roles include&#10;automated">
            <a:extLst xmlns:a="http://schemas.openxmlformats.org/drawingml/2006/main">
              <a:ext uri="{FF2B5EF4-FFF2-40B4-BE49-F238E27FC236}">
                <a16:creationId xmlns:a16="http://schemas.microsoft.com/office/drawing/2014/main" id="{A2096E2B-5075-48EA-A89C-A41E9ACA8DBE}"/>
              </a:ext>
            </a:extLst>
          </p:cNvPr>
          <p:cNvSpPr>
            <a:spLocks xmlns:a="http://schemas.openxmlformats.org/drawingml/2006/main" noGrp="1"/>
          </p:cNvSpPr>
          <p:nvPr/>
        </p:nvSpPr>
        <p:spPr>
          <a:xfrm xmlns:a="http://schemas.openxmlformats.org/drawingml/2006/main">
            <a:off x="609600" y="2905125"/>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33E35"/>
                </a:solidFill>
                <a:latin typeface="Arial"/>
                <a:ea typeface="Arial"/>
                <a:cs typeface="Arial"/>
              </a:defRPr>
            </a:defPPr>
            <a:lvl1pPr>
              <a:defRPr sz="2550" b="0">
                <a:solidFill>
                  <a:srgbClr val="233E35"/>
                </a:solidFill>
                <a:latin typeface="Arial"/>
                <a:ea typeface="Arial"/>
                <a:cs typeface="Arial"/>
              </a:defRPr>
            </a:lvl1pPr>
            <a:lvl2pPr>
              <a:defRPr sz="2550" b="0">
                <a:solidFill>
                  <a:srgbClr val="233E35"/>
                </a:solidFill>
                <a:latin typeface="Arial"/>
                <a:ea typeface="Arial"/>
                <a:cs typeface="Arial"/>
              </a:defRPr>
            </a:lvl2pPr>
            <a:lvl3pPr>
              <a:defRPr sz="2550" b="0">
                <a:solidFill>
                  <a:srgbClr val="233E35"/>
                </a:solidFill>
                <a:latin typeface="Arial"/>
                <a:ea typeface="Arial"/>
                <a:cs typeface="Arial"/>
              </a:defRPr>
            </a:lvl3pPr>
            <a:lvl4pPr>
              <a:defRPr sz="2550" b="0">
                <a:solidFill>
                  <a:srgbClr val="233E35"/>
                </a:solidFill>
                <a:latin typeface="Arial"/>
                <a:ea typeface="Arial"/>
                <a:cs typeface="Arial"/>
              </a:defRPr>
            </a:lvl4pPr>
            <a:lvl5pPr>
              <a:defRPr sz="2550" b="0">
                <a:solidFill>
                  <a:srgbClr val="233E35"/>
                </a:solidFill>
                <a:latin typeface="Arial"/>
                <a:ea typeface="Arial"/>
                <a:cs typeface="Arial"/>
              </a:defRPr>
            </a:lvl5pPr>
            <a:lvl6pPr>
              <a:defRPr sz="2550" b="0">
                <a:solidFill>
                  <a:srgbClr val="233E35"/>
                </a:solidFill>
                <a:latin typeface="Arial"/>
                <a:ea typeface="Arial"/>
                <a:cs typeface="Arial"/>
              </a:defRPr>
            </a:lvl6pPr>
            <a:lvl7pPr>
              <a:defRPr sz="2550" b="0">
                <a:solidFill>
                  <a:srgbClr val="233E35"/>
                </a:solidFill>
                <a:latin typeface="Arial"/>
                <a:ea typeface="Arial"/>
                <a:cs typeface="Arial"/>
              </a:defRPr>
            </a:lvl7pPr>
            <a:lvl8pPr>
              <a:defRPr sz="2550" b="0">
                <a:solidFill>
                  <a:srgbClr val="233E35"/>
                </a:solidFill>
                <a:latin typeface="Arial"/>
                <a:ea typeface="Arial"/>
                <a:cs typeface="Arial"/>
              </a:defRPr>
            </a:lvl8pPr>
            <a:lvl9pPr>
              <a:defRPr sz="2550" b="0">
                <a:solidFill>
                  <a:srgbClr val="233E35"/>
                </a:solidFill>
                <a:latin typeface="Arial"/>
                <a:ea typeface="Arial"/>
                <a:cs typeface="Arial"/>
              </a:defRPr>
            </a:lvl9pPr>
          </a:lstStyle>
          <a:p xmlns:a="http://schemas.openxmlformats.org/drawingml/2006/main">
            <a:pPr>
              <a:defRPr sz="2550" b="0">
                <a:solidFill>
                  <a:srgbClr val="233E35"/>
                </a:solidFill>
                <a:latin typeface="Arial"/>
                <a:ea typeface="Arial"/>
                <a:cs typeface="Arial"/>
              </a:defRPr>
            </a:pPr>
            <a:r>
              <a:rPr sz="2550" b="0">
                <a:solidFill>
                  <a:srgbClr val="233E35"/>
                </a:solidFill>
                <a:latin typeface="Arial"/>
                <a:ea typeface="Arial"/>
                <a:cs typeface="Arial"/>
              </a:rPr>
              <a:t>Evolving QA roles include</a:t>
            </a:r>
          </a:p>
          <a:p xmlns:a="http://schemas.openxmlformats.org/drawingml/2006/main">
            <a:pPr>
              <a:defRPr sz="2550" b="0">
                <a:solidFill>
                  <a:srgbClr val="233E35"/>
                </a:solidFill>
                <a:latin typeface="Arial"/>
                <a:ea typeface="Arial"/>
                <a:cs typeface="Arial"/>
              </a:defRPr>
            </a:pPr>
            <a:r>
              <a:rPr sz="2550" b="0">
                <a:solidFill>
                  <a:srgbClr val="233E35"/>
                </a:solidFill>
                <a:latin typeface="Arial"/>
                <a:ea typeface="Arial"/>
                <a:cs typeface="Arial"/>
              </a:rPr>
              <a:t>automated monitoring skills.</a:t>
            </a:r>
          </a:p>
        </p:txBody>
      </p:sp>
      <p:sp>
        <p:nvSpPr>
          <p:cNvPr id="7" name="Intel deployment account">
            <a:extLst xmlns:a="http://schemas.openxmlformats.org/drawingml/2006/main">
              <a:ext uri="{FF2B5EF4-FFF2-40B4-BE49-F238E27FC236}">
                <a16:creationId xmlns:a16="http://schemas.microsoft.com/office/drawing/2014/main" id="{AEED0B4F-AFAF-4067-B401-EEA0FFE1B268}"/>
              </a:ext>
            </a:extLst>
          </p:cNvPr>
          <p:cNvSpPr>
            <a:spLocks xmlns:a="http://schemas.openxmlformats.org/drawingml/2006/main" noGrp="1"/>
          </p:cNvSpPr>
          <p:nvPr/>
        </p:nvSpPr>
        <p:spPr>
          <a:xfrm xmlns:a="http://schemas.openxmlformats.org/drawingml/2006/main">
            <a:off x="6477000" y="182880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F35"/>
                </a:solidFill>
                <a:latin typeface="Arial"/>
                <a:ea typeface="Arial"/>
                <a:cs typeface="Arial"/>
              </a:defRPr>
            </a:defPPr>
            <a:lvl1pPr>
              <a:defRPr sz="2250" b="1">
                <a:solidFill>
                  <a:srgbClr val="193F35"/>
                </a:solidFill>
                <a:latin typeface="Arial"/>
                <a:ea typeface="Arial"/>
                <a:cs typeface="Arial"/>
              </a:defRPr>
            </a:lvl1pPr>
            <a:lvl2pPr>
              <a:defRPr sz="2250" b="1">
                <a:solidFill>
                  <a:srgbClr val="193F35"/>
                </a:solidFill>
                <a:latin typeface="Arial"/>
                <a:ea typeface="Arial"/>
                <a:cs typeface="Arial"/>
              </a:defRPr>
            </a:lvl2pPr>
            <a:lvl3pPr>
              <a:defRPr sz="2250" b="1">
                <a:solidFill>
                  <a:srgbClr val="193F35"/>
                </a:solidFill>
                <a:latin typeface="Arial"/>
                <a:ea typeface="Arial"/>
                <a:cs typeface="Arial"/>
              </a:defRPr>
            </a:lvl3pPr>
            <a:lvl4pPr>
              <a:defRPr sz="2250" b="1">
                <a:solidFill>
                  <a:srgbClr val="193F35"/>
                </a:solidFill>
                <a:latin typeface="Arial"/>
                <a:ea typeface="Arial"/>
                <a:cs typeface="Arial"/>
              </a:defRPr>
            </a:lvl4pPr>
            <a:lvl5pPr>
              <a:defRPr sz="2250" b="1">
                <a:solidFill>
                  <a:srgbClr val="193F35"/>
                </a:solidFill>
                <a:latin typeface="Arial"/>
                <a:ea typeface="Arial"/>
                <a:cs typeface="Arial"/>
              </a:defRPr>
            </a:lvl5pPr>
            <a:lvl6pPr>
              <a:defRPr sz="2250" b="1">
                <a:solidFill>
                  <a:srgbClr val="193F35"/>
                </a:solidFill>
                <a:latin typeface="Arial"/>
                <a:ea typeface="Arial"/>
                <a:cs typeface="Arial"/>
              </a:defRPr>
            </a:lvl6pPr>
            <a:lvl7pPr>
              <a:defRPr sz="2250" b="1">
                <a:solidFill>
                  <a:srgbClr val="193F35"/>
                </a:solidFill>
                <a:latin typeface="Arial"/>
                <a:ea typeface="Arial"/>
                <a:cs typeface="Arial"/>
              </a:defRPr>
            </a:lvl7pPr>
            <a:lvl8pPr>
              <a:defRPr sz="2250" b="1">
                <a:solidFill>
                  <a:srgbClr val="193F35"/>
                </a:solidFill>
                <a:latin typeface="Arial"/>
                <a:ea typeface="Arial"/>
                <a:cs typeface="Arial"/>
              </a:defRPr>
            </a:lvl8pPr>
            <a:lvl9pPr>
              <a:defRPr sz="2250" b="1">
                <a:solidFill>
                  <a:srgbClr val="193F35"/>
                </a:solidFill>
                <a:latin typeface="Arial"/>
                <a:ea typeface="Arial"/>
                <a:cs typeface="Arial"/>
              </a:defRPr>
            </a:lvl9pPr>
          </a:lstStyle>
          <a:p xmlns:a="http://schemas.openxmlformats.org/drawingml/2006/main">
            <a:pPr>
              <a:defRPr sz="2250" b="1">
                <a:solidFill>
                  <a:srgbClr val="193F35"/>
                </a:solidFill>
                <a:latin typeface="Arial"/>
                <a:ea typeface="Arial"/>
                <a:cs typeface="Arial"/>
              </a:defRPr>
            </a:pPr>
            <a:r>
              <a:rPr sz="2250" b="1">
                <a:solidFill>
                  <a:srgbClr val="193F35"/>
                </a:solidFill>
                <a:latin typeface="Arial"/>
                <a:ea typeface="Arial"/>
                <a:cs typeface="Arial"/>
              </a:rPr>
              <a:t>Intel deployment account</a:t>
            </a:r>
          </a:p>
        </p:txBody>
      </p:sp>
      <p:sp>
        <p:nvSpPr>
          <p:cNvPr id="8" name="December 2023">
            <a:extLst xmlns:a="http://schemas.openxmlformats.org/drawingml/2006/main">
              <a:ext uri="{FF2B5EF4-FFF2-40B4-BE49-F238E27FC236}">
                <a16:creationId xmlns:a16="http://schemas.microsoft.com/office/drawing/2014/main" id="{144E7D72-59C8-410E-869C-069B4F53177A}"/>
              </a:ext>
            </a:extLst>
          </p:cNvPr>
          <p:cNvSpPr>
            <a:spLocks xmlns:a="http://schemas.openxmlformats.org/drawingml/2006/main" noGrp="1"/>
          </p:cNvSpPr>
          <p:nvPr/>
        </p:nvSpPr>
        <p:spPr>
          <a:xfrm xmlns:a="http://schemas.openxmlformats.org/drawingml/2006/main">
            <a:off x="6477000" y="2276475"/>
            <a:ext cx="5105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47468"/>
                </a:solidFill>
                <a:latin typeface="Arial"/>
                <a:ea typeface="Arial"/>
                <a:cs typeface="Arial"/>
              </a:defRPr>
            </a:defPPr>
            <a:lvl1pPr>
              <a:defRPr sz="1650" b="0">
                <a:solidFill>
                  <a:srgbClr val="647468"/>
                </a:solidFill>
                <a:latin typeface="Arial"/>
                <a:ea typeface="Arial"/>
                <a:cs typeface="Arial"/>
              </a:defRPr>
            </a:lvl1pPr>
            <a:lvl2pPr>
              <a:defRPr sz="1650" b="0">
                <a:solidFill>
                  <a:srgbClr val="647468"/>
                </a:solidFill>
                <a:latin typeface="Arial"/>
                <a:ea typeface="Arial"/>
                <a:cs typeface="Arial"/>
              </a:defRPr>
            </a:lvl2pPr>
            <a:lvl3pPr>
              <a:defRPr sz="1650" b="0">
                <a:solidFill>
                  <a:srgbClr val="647468"/>
                </a:solidFill>
                <a:latin typeface="Arial"/>
                <a:ea typeface="Arial"/>
                <a:cs typeface="Arial"/>
              </a:defRPr>
            </a:lvl3pPr>
            <a:lvl4pPr>
              <a:defRPr sz="1650" b="0">
                <a:solidFill>
                  <a:srgbClr val="647468"/>
                </a:solidFill>
                <a:latin typeface="Arial"/>
                <a:ea typeface="Arial"/>
                <a:cs typeface="Arial"/>
              </a:defRPr>
            </a:lvl4pPr>
            <a:lvl5pPr>
              <a:defRPr sz="1650" b="0">
                <a:solidFill>
                  <a:srgbClr val="647468"/>
                </a:solidFill>
                <a:latin typeface="Arial"/>
                <a:ea typeface="Arial"/>
                <a:cs typeface="Arial"/>
              </a:defRPr>
            </a:lvl5pPr>
            <a:lvl6pPr>
              <a:defRPr sz="1650" b="0">
                <a:solidFill>
                  <a:srgbClr val="647468"/>
                </a:solidFill>
                <a:latin typeface="Arial"/>
                <a:ea typeface="Arial"/>
                <a:cs typeface="Arial"/>
              </a:defRPr>
            </a:lvl6pPr>
            <a:lvl7pPr>
              <a:defRPr sz="1650" b="0">
                <a:solidFill>
                  <a:srgbClr val="647468"/>
                </a:solidFill>
                <a:latin typeface="Arial"/>
                <a:ea typeface="Arial"/>
                <a:cs typeface="Arial"/>
              </a:defRPr>
            </a:lvl7pPr>
            <a:lvl8pPr>
              <a:defRPr sz="1650" b="0">
                <a:solidFill>
                  <a:srgbClr val="647468"/>
                </a:solidFill>
                <a:latin typeface="Arial"/>
                <a:ea typeface="Arial"/>
                <a:cs typeface="Arial"/>
              </a:defRPr>
            </a:lvl8pPr>
            <a:lvl9pPr>
              <a:defRPr sz="1650" b="0">
                <a:solidFill>
                  <a:srgbClr val="647468"/>
                </a:solidFill>
                <a:latin typeface="Arial"/>
                <a:ea typeface="Arial"/>
                <a:cs typeface="Arial"/>
              </a:defRPr>
            </a:lvl9pPr>
          </a:lstStyle>
          <a:p xmlns:a="http://schemas.openxmlformats.org/drawingml/2006/main">
            <a:pPr>
              <a:defRPr sz="1650" b="0">
                <a:solidFill>
                  <a:srgbClr val="647468"/>
                </a:solidFill>
                <a:latin typeface="Arial"/>
                <a:ea typeface="Arial"/>
                <a:cs typeface="Arial"/>
              </a:defRPr>
            </a:pPr>
            <a:r>
              <a:rPr sz="1650" b="0">
                <a:solidFill>
                  <a:srgbClr val="647468"/>
                </a:solidFill>
                <a:latin typeface="Arial"/>
                <a:ea typeface="Arial"/>
                <a:cs typeface="Arial"/>
              </a:rPr>
              <a:t>December 2023</a:t>
            </a:r>
          </a:p>
        </p:txBody>
      </p:sp>
      <p:sp>
        <p:nvSpPr>
          <p:cNvPr id="9" name="Computer vision supports&#10;inline ins">
            <a:extLst xmlns:a="http://schemas.openxmlformats.org/drawingml/2006/main">
              <a:ext uri="{FF2B5EF4-FFF2-40B4-BE49-F238E27FC236}">
                <a16:creationId xmlns:a16="http://schemas.microsoft.com/office/drawing/2014/main" id="{53F0EDC0-CB6A-4FEE-9284-6428DA2CB66C}"/>
              </a:ext>
            </a:extLst>
          </p:cNvPr>
          <p:cNvSpPr>
            <a:spLocks xmlns:a="http://schemas.openxmlformats.org/drawingml/2006/main" noGrp="1"/>
          </p:cNvSpPr>
          <p:nvPr/>
        </p:nvSpPr>
        <p:spPr>
          <a:xfrm xmlns:a="http://schemas.openxmlformats.org/drawingml/2006/main">
            <a:off x="6477000" y="2905125"/>
            <a:ext cx="5105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33E35"/>
                </a:solidFill>
                <a:latin typeface="Arial"/>
                <a:ea typeface="Arial"/>
                <a:cs typeface="Arial"/>
              </a:defRPr>
            </a:defPPr>
            <a:lvl1pPr>
              <a:defRPr sz="2550" b="0">
                <a:solidFill>
                  <a:srgbClr val="233E35"/>
                </a:solidFill>
                <a:latin typeface="Arial"/>
                <a:ea typeface="Arial"/>
                <a:cs typeface="Arial"/>
              </a:defRPr>
            </a:lvl1pPr>
            <a:lvl2pPr>
              <a:defRPr sz="2550" b="0">
                <a:solidFill>
                  <a:srgbClr val="233E35"/>
                </a:solidFill>
                <a:latin typeface="Arial"/>
                <a:ea typeface="Arial"/>
                <a:cs typeface="Arial"/>
              </a:defRPr>
            </a:lvl2pPr>
            <a:lvl3pPr>
              <a:defRPr sz="2550" b="0">
                <a:solidFill>
                  <a:srgbClr val="233E35"/>
                </a:solidFill>
                <a:latin typeface="Arial"/>
                <a:ea typeface="Arial"/>
                <a:cs typeface="Arial"/>
              </a:defRPr>
            </a:lvl3pPr>
            <a:lvl4pPr>
              <a:defRPr sz="2550" b="0">
                <a:solidFill>
                  <a:srgbClr val="233E35"/>
                </a:solidFill>
                <a:latin typeface="Arial"/>
                <a:ea typeface="Arial"/>
                <a:cs typeface="Arial"/>
              </a:defRPr>
            </a:lvl4pPr>
            <a:lvl5pPr>
              <a:defRPr sz="2550" b="0">
                <a:solidFill>
                  <a:srgbClr val="233E35"/>
                </a:solidFill>
                <a:latin typeface="Arial"/>
                <a:ea typeface="Arial"/>
                <a:cs typeface="Arial"/>
              </a:defRPr>
            </a:lvl5pPr>
            <a:lvl6pPr>
              <a:defRPr sz="2550" b="0">
                <a:solidFill>
                  <a:srgbClr val="233E35"/>
                </a:solidFill>
                <a:latin typeface="Arial"/>
                <a:ea typeface="Arial"/>
                <a:cs typeface="Arial"/>
              </a:defRPr>
            </a:lvl6pPr>
            <a:lvl7pPr>
              <a:defRPr sz="2550" b="0">
                <a:solidFill>
                  <a:srgbClr val="233E35"/>
                </a:solidFill>
                <a:latin typeface="Arial"/>
                <a:ea typeface="Arial"/>
                <a:cs typeface="Arial"/>
              </a:defRPr>
            </a:lvl7pPr>
            <a:lvl8pPr>
              <a:defRPr sz="2550" b="0">
                <a:solidFill>
                  <a:srgbClr val="233E35"/>
                </a:solidFill>
                <a:latin typeface="Arial"/>
                <a:ea typeface="Arial"/>
                <a:cs typeface="Arial"/>
              </a:defRPr>
            </a:lvl8pPr>
            <a:lvl9pPr>
              <a:defRPr sz="2550" b="0">
                <a:solidFill>
                  <a:srgbClr val="233E35"/>
                </a:solidFill>
                <a:latin typeface="Arial"/>
                <a:ea typeface="Arial"/>
                <a:cs typeface="Arial"/>
              </a:defRPr>
            </a:lvl9pPr>
          </a:lstStyle>
          <a:p xmlns:a="http://schemas.openxmlformats.org/drawingml/2006/main">
            <a:pPr>
              <a:defRPr sz="2550" b="0">
                <a:solidFill>
                  <a:srgbClr val="233E35"/>
                </a:solidFill>
                <a:latin typeface="Arial"/>
                <a:ea typeface="Arial"/>
                <a:cs typeface="Arial"/>
              </a:defRPr>
            </a:pPr>
            <a:r>
              <a:rPr sz="2550" b="0">
                <a:solidFill>
                  <a:srgbClr val="233E35"/>
                </a:solidFill>
                <a:latin typeface="Arial"/>
                <a:ea typeface="Arial"/>
                <a:cs typeface="Arial"/>
              </a:rPr>
              <a:t>Computer vision supports</a:t>
            </a:r>
          </a:p>
          <a:p xmlns:a="http://schemas.openxmlformats.org/drawingml/2006/main">
            <a:pPr>
              <a:defRPr sz="2550" b="0">
                <a:solidFill>
                  <a:srgbClr val="233E35"/>
                </a:solidFill>
                <a:latin typeface="Arial"/>
                <a:ea typeface="Arial"/>
                <a:cs typeface="Arial"/>
              </a:defRPr>
            </a:pPr>
            <a:r>
              <a:rPr sz="2550" b="0">
                <a:solidFill>
                  <a:srgbClr val="233E35"/>
                </a:solidFill>
                <a:latin typeface="Arial"/>
                <a:ea typeface="Arial"/>
                <a:cs typeface="Arial"/>
              </a:rPr>
              <a:t>inline inspection.</a:t>
            </a:r>
          </a:p>
        </p:txBody>
      </p:sp>
      <p:sp>
        <p:nvSpPr>
          <p:cNvPr id="10" name="Which learning deserves a worker’s ">
            <a:extLst xmlns:a="http://schemas.openxmlformats.org/drawingml/2006/main">
              <a:ext uri="{FF2B5EF4-FFF2-40B4-BE49-F238E27FC236}">
                <a16:creationId xmlns:a16="http://schemas.microsoft.com/office/drawing/2014/main" id="{A19EEF78-C15C-4D19-AAFC-532A07EA6447}"/>
              </a:ext>
            </a:extLst>
          </p:cNvPr>
          <p:cNvSpPr>
            <a:spLocks xmlns:a="http://schemas.openxmlformats.org/drawingml/2006/main" noGrp="1"/>
          </p:cNvSpPr>
          <p:nvPr/>
        </p:nvSpPr>
        <p:spPr>
          <a:xfrm xmlns:a="http://schemas.openxmlformats.org/drawingml/2006/main">
            <a:off x="609600" y="4543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93F35"/>
                </a:solidFill>
                <a:latin typeface="Arial"/>
                <a:ea typeface="Arial"/>
                <a:cs typeface="Arial"/>
              </a:defRPr>
            </a:defPPr>
            <a:lvl1pPr>
              <a:defRPr sz="2550" b="1">
                <a:solidFill>
                  <a:srgbClr val="193F35"/>
                </a:solidFill>
                <a:latin typeface="Arial"/>
                <a:ea typeface="Arial"/>
                <a:cs typeface="Arial"/>
              </a:defRPr>
            </a:lvl1pPr>
            <a:lvl2pPr>
              <a:defRPr sz="2550" b="1">
                <a:solidFill>
                  <a:srgbClr val="193F35"/>
                </a:solidFill>
                <a:latin typeface="Arial"/>
                <a:ea typeface="Arial"/>
                <a:cs typeface="Arial"/>
              </a:defRPr>
            </a:lvl2pPr>
            <a:lvl3pPr>
              <a:defRPr sz="2550" b="1">
                <a:solidFill>
                  <a:srgbClr val="193F35"/>
                </a:solidFill>
                <a:latin typeface="Arial"/>
                <a:ea typeface="Arial"/>
                <a:cs typeface="Arial"/>
              </a:defRPr>
            </a:lvl3pPr>
            <a:lvl4pPr>
              <a:defRPr sz="2550" b="1">
                <a:solidFill>
                  <a:srgbClr val="193F35"/>
                </a:solidFill>
                <a:latin typeface="Arial"/>
                <a:ea typeface="Arial"/>
                <a:cs typeface="Arial"/>
              </a:defRPr>
            </a:lvl4pPr>
            <a:lvl5pPr>
              <a:defRPr sz="2550" b="1">
                <a:solidFill>
                  <a:srgbClr val="193F35"/>
                </a:solidFill>
                <a:latin typeface="Arial"/>
                <a:ea typeface="Arial"/>
                <a:cs typeface="Arial"/>
              </a:defRPr>
            </a:lvl5pPr>
            <a:lvl6pPr>
              <a:defRPr sz="2550" b="1">
                <a:solidFill>
                  <a:srgbClr val="193F35"/>
                </a:solidFill>
                <a:latin typeface="Arial"/>
                <a:ea typeface="Arial"/>
                <a:cs typeface="Arial"/>
              </a:defRPr>
            </a:lvl6pPr>
            <a:lvl7pPr>
              <a:defRPr sz="2550" b="1">
                <a:solidFill>
                  <a:srgbClr val="193F35"/>
                </a:solidFill>
                <a:latin typeface="Arial"/>
                <a:ea typeface="Arial"/>
                <a:cs typeface="Arial"/>
              </a:defRPr>
            </a:lvl7pPr>
            <a:lvl8pPr>
              <a:defRPr sz="2550" b="1">
                <a:solidFill>
                  <a:srgbClr val="193F35"/>
                </a:solidFill>
                <a:latin typeface="Arial"/>
                <a:ea typeface="Arial"/>
                <a:cs typeface="Arial"/>
              </a:defRPr>
            </a:lvl8pPr>
            <a:lvl9pPr>
              <a:defRPr sz="2550" b="1">
                <a:solidFill>
                  <a:srgbClr val="193F35"/>
                </a:solidFill>
                <a:latin typeface="Arial"/>
                <a:ea typeface="Arial"/>
                <a:cs typeface="Arial"/>
              </a:defRPr>
            </a:lvl9pPr>
          </a:lstStyle>
          <a:p xmlns:a="http://schemas.openxmlformats.org/drawingml/2006/main">
            <a:pPr>
              <a:defRPr sz="2550" b="1">
                <a:solidFill>
                  <a:srgbClr val="193F35"/>
                </a:solidFill>
                <a:latin typeface="Arial"/>
                <a:ea typeface="Arial"/>
                <a:cs typeface="Arial"/>
              </a:defRPr>
            </a:pPr>
            <a:r>
              <a:rPr sz="2550" b="1">
                <a:solidFill>
                  <a:srgbClr val="193F35"/>
                </a:solidFill>
                <a:latin typeface="Arial"/>
                <a:ea typeface="Arial"/>
                <a:cs typeface="Arial"/>
              </a:rPr>
              <a:t>Which learning deserves a worker’s limited study time?</a:t>
            </a:r>
          </a:p>
        </p:txBody>
      </p:sp>
      <p:sp>
        <p:nvSpPr>
          <p:cNvPr id="11" name="The planning difficulty and intende">
            <a:extLst xmlns:a="http://schemas.openxmlformats.org/drawingml/2006/main">
              <a:ext uri="{FF2B5EF4-FFF2-40B4-BE49-F238E27FC236}">
                <a16:creationId xmlns:a16="http://schemas.microsoft.com/office/drawing/2014/main" id="{838E298D-9DA6-441F-ABF3-7A1C1C44FDF1}"/>
              </a:ext>
            </a:extLst>
          </p:cNvPr>
          <p:cNvSpPr>
            <a:spLocks xmlns:a="http://schemas.openxmlformats.org/drawingml/2006/main" noGrp="1"/>
          </p:cNvSpPr>
          <p:nvPr/>
        </p:nvSpPr>
        <p:spPr>
          <a:xfrm xmlns:a="http://schemas.openxmlformats.org/drawingml/2006/main">
            <a:off x="609600" y="54292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7468"/>
                </a:solidFill>
                <a:latin typeface="Arial"/>
                <a:ea typeface="Arial"/>
                <a:cs typeface="Arial"/>
              </a:defRPr>
            </a:defPPr>
            <a:lvl1pPr>
              <a:defRPr sz="1725" b="0">
                <a:solidFill>
                  <a:srgbClr val="647468"/>
                </a:solidFill>
                <a:latin typeface="Arial"/>
                <a:ea typeface="Arial"/>
                <a:cs typeface="Arial"/>
              </a:defRPr>
            </a:lvl1pPr>
            <a:lvl2pPr>
              <a:defRPr sz="1725" b="0">
                <a:solidFill>
                  <a:srgbClr val="647468"/>
                </a:solidFill>
                <a:latin typeface="Arial"/>
                <a:ea typeface="Arial"/>
                <a:cs typeface="Arial"/>
              </a:defRPr>
            </a:lvl2pPr>
            <a:lvl3pPr>
              <a:defRPr sz="1725" b="0">
                <a:solidFill>
                  <a:srgbClr val="647468"/>
                </a:solidFill>
                <a:latin typeface="Arial"/>
                <a:ea typeface="Arial"/>
                <a:cs typeface="Arial"/>
              </a:defRPr>
            </a:lvl3pPr>
            <a:lvl4pPr>
              <a:defRPr sz="1725" b="0">
                <a:solidFill>
                  <a:srgbClr val="647468"/>
                </a:solidFill>
                <a:latin typeface="Arial"/>
                <a:ea typeface="Arial"/>
                <a:cs typeface="Arial"/>
              </a:defRPr>
            </a:lvl4pPr>
            <a:lvl5pPr>
              <a:defRPr sz="1725" b="0">
                <a:solidFill>
                  <a:srgbClr val="647468"/>
                </a:solidFill>
                <a:latin typeface="Arial"/>
                <a:ea typeface="Arial"/>
                <a:cs typeface="Arial"/>
              </a:defRPr>
            </a:lvl5pPr>
            <a:lvl6pPr>
              <a:defRPr sz="1725" b="0">
                <a:solidFill>
                  <a:srgbClr val="647468"/>
                </a:solidFill>
                <a:latin typeface="Arial"/>
                <a:ea typeface="Arial"/>
                <a:cs typeface="Arial"/>
              </a:defRPr>
            </a:lvl6pPr>
            <a:lvl7pPr>
              <a:defRPr sz="1725" b="0">
                <a:solidFill>
                  <a:srgbClr val="647468"/>
                </a:solidFill>
                <a:latin typeface="Arial"/>
                <a:ea typeface="Arial"/>
                <a:cs typeface="Arial"/>
              </a:defRPr>
            </a:lvl7pPr>
            <a:lvl8pPr>
              <a:defRPr sz="1725" b="0">
                <a:solidFill>
                  <a:srgbClr val="647468"/>
                </a:solidFill>
                <a:latin typeface="Arial"/>
                <a:ea typeface="Arial"/>
                <a:cs typeface="Arial"/>
              </a:defRPr>
            </a:lvl8pPr>
            <a:lvl9pPr>
              <a:defRPr sz="1725" b="0">
                <a:solidFill>
                  <a:srgbClr val="647468"/>
                </a:solidFill>
                <a:latin typeface="Arial"/>
                <a:ea typeface="Arial"/>
                <a:cs typeface="Arial"/>
              </a:defRPr>
            </a:lvl9pPr>
          </a:lstStyle>
          <a:p xmlns:a="http://schemas.openxmlformats.org/drawingml/2006/main">
            <a:pPr>
              <a:defRPr sz="1725" b="0">
                <a:solidFill>
                  <a:srgbClr val="647468"/>
                </a:solidFill>
                <a:latin typeface="Arial"/>
                <a:ea typeface="Arial"/>
                <a:cs typeface="Arial"/>
              </a:defRPr>
            </a:pPr>
            <a:r>
              <a:rPr sz="1725" b="0">
                <a:solidFill>
                  <a:srgbClr val="647468"/>
                </a:solidFill>
                <a:latin typeface="Arial"/>
                <a:ea typeface="Arial"/>
                <a:cs typeface="Arial"/>
              </a:rPr>
              <a:t>The planning difficulty and intended-user demand still need independent validation.</a:t>
            </a:r>
          </a:p>
        </p:txBody>
      </p:sp>
    </p:spTree>
    <p:extLst>
      <p:ext uri="{BB962C8B-B14F-4D97-AF65-F5344CB8AC3E}">
        <p14:creationId xmlns:p14="http://schemas.microsoft.com/office/powerpoint/2010/main" val="1734702956"/>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6CBE31F-3585-4951-900C-428C0FDB9329}"/>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One connected learning decision</a:t>
            </a:r>
          </a:p>
        </p:txBody>
      </p:sp>
      <p:sp>
        <p:nvSpPr>
          <p:cNvPr id="2" name="ShiftBridge / Console">
            <a:extLst xmlns:a="http://schemas.openxmlformats.org/drawingml/2006/main">
              <a:ext uri="{FF2B5EF4-FFF2-40B4-BE49-F238E27FC236}">
                <a16:creationId xmlns:a16="http://schemas.microsoft.com/office/drawing/2014/main" id="{A5F913FF-FB83-467A-86B6-669B58A9DDFB}"/>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3 / 08">
            <a:extLst xmlns:a="http://schemas.openxmlformats.org/drawingml/2006/main">
              <a:ext uri="{FF2B5EF4-FFF2-40B4-BE49-F238E27FC236}">
                <a16:creationId xmlns:a16="http://schemas.microsoft.com/office/drawing/2014/main" id="{A4044A50-485C-4B9B-89DF-0E9A2B66B5FD}"/>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03 / 08</a:t>
            </a:r>
          </a:p>
        </p:txBody>
      </p:sp>
      <p:sp>
        <p:nvSpPr>
          <p:cNvPr id="4" name="01  Skills and constraints">
            <a:extLst xmlns:a="http://schemas.openxmlformats.org/drawingml/2006/main">
              <a:ext uri="{FF2B5EF4-FFF2-40B4-BE49-F238E27FC236}">
                <a16:creationId xmlns:a16="http://schemas.microsoft.com/office/drawing/2014/main" id="{6C4569AA-CC79-4970-A142-A4D0350FEE8E}"/>
              </a:ext>
            </a:extLst>
          </p:cNvPr>
          <p:cNvSpPr>
            <a:spLocks xmlns:a="http://schemas.openxmlformats.org/drawingml/2006/main" noGrp="1"/>
          </p:cNvSpPr>
          <p:nvPr/>
        </p:nvSpPr>
        <p:spPr>
          <a:xfrm xmlns:a="http://schemas.openxmlformats.org/drawingml/2006/main">
            <a:off x="609600" y="179070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E35"/>
                </a:solidFill>
                <a:latin typeface="Arial"/>
                <a:ea typeface="Arial"/>
                <a:cs typeface="Arial"/>
              </a:defRPr>
            </a:defPPr>
            <a:lvl1pPr>
              <a:defRPr sz="1875" b="0">
                <a:solidFill>
                  <a:srgbClr val="233E35"/>
                </a:solidFill>
                <a:latin typeface="Arial"/>
                <a:ea typeface="Arial"/>
                <a:cs typeface="Arial"/>
              </a:defRPr>
            </a:lvl1pPr>
            <a:lvl2pPr>
              <a:defRPr sz="1875" b="0">
                <a:solidFill>
                  <a:srgbClr val="233E35"/>
                </a:solidFill>
                <a:latin typeface="Arial"/>
                <a:ea typeface="Arial"/>
                <a:cs typeface="Arial"/>
              </a:defRPr>
            </a:lvl2pPr>
            <a:lvl3pPr>
              <a:defRPr sz="1875" b="0">
                <a:solidFill>
                  <a:srgbClr val="233E35"/>
                </a:solidFill>
                <a:latin typeface="Arial"/>
                <a:ea typeface="Arial"/>
                <a:cs typeface="Arial"/>
              </a:defRPr>
            </a:lvl3pPr>
            <a:lvl4pPr>
              <a:defRPr sz="1875" b="0">
                <a:solidFill>
                  <a:srgbClr val="233E35"/>
                </a:solidFill>
                <a:latin typeface="Arial"/>
                <a:ea typeface="Arial"/>
                <a:cs typeface="Arial"/>
              </a:defRPr>
            </a:lvl4pPr>
            <a:lvl5pPr>
              <a:defRPr sz="1875" b="0">
                <a:solidFill>
                  <a:srgbClr val="233E35"/>
                </a:solidFill>
                <a:latin typeface="Arial"/>
                <a:ea typeface="Arial"/>
                <a:cs typeface="Arial"/>
              </a:defRPr>
            </a:lvl5pPr>
            <a:lvl6pPr>
              <a:defRPr sz="1875" b="0">
                <a:solidFill>
                  <a:srgbClr val="233E35"/>
                </a:solidFill>
                <a:latin typeface="Arial"/>
                <a:ea typeface="Arial"/>
                <a:cs typeface="Arial"/>
              </a:defRPr>
            </a:lvl6pPr>
            <a:lvl7pPr>
              <a:defRPr sz="1875" b="0">
                <a:solidFill>
                  <a:srgbClr val="233E35"/>
                </a:solidFill>
                <a:latin typeface="Arial"/>
                <a:ea typeface="Arial"/>
                <a:cs typeface="Arial"/>
              </a:defRPr>
            </a:lvl7pPr>
            <a:lvl8pPr>
              <a:defRPr sz="1875" b="0">
                <a:solidFill>
                  <a:srgbClr val="233E35"/>
                </a:solidFill>
                <a:latin typeface="Arial"/>
                <a:ea typeface="Arial"/>
                <a:cs typeface="Arial"/>
              </a:defRPr>
            </a:lvl8pPr>
            <a:lvl9pPr>
              <a:defRPr sz="1875" b="0">
                <a:solidFill>
                  <a:srgbClr val="233E35"/>
                </a:solidFill>
                <a:latin typeface="Arial"/>
                <a:ea typeface="Arial"/>
                <a:cs typeface="Arial"/>
              </a:defRPr>
            </a:lvl9pPr>
          </a:lstStyle>
          <a:p xmlns:a="http://schemas.openxmlformats.org/drawingml/2006/main">
            <a:pPr>
              <a:defRPr sz="1875" b="0">
                <a:solidFill>
                  <a:srgbClr val="233E35"/>
                </a:solidFill>
                <a:latin typeface="Arial"/>
                <a:ea typeface="Arial"/>
                <a:cs typeface="Arial"/>
              </a:defRPr>
            </a:pPr>
            <a:r>
              <a:rPr sz="1875" b="0">
                <a:solidFill>
                  <a:srgbClr val="233E35"/>
                </a:solidFill>
                <a:latin typeface="Arial"/>
                <a:ea typeface="Arial"/>
                <a:cs typeface="Arial"/>
              </a:rPr>
              <a:t>01  Skills and constraints</a:t>
            </a:r>
          </a:p>
        </p:txBody>
      </p:sp>
      <p:sp>
        <p:nvSpPr>
          <p:cNvPr id="5" name="02  Dated evidence">
            <a:extLst xmlns:a="http://schemas.openxmlformats.org/drawingml/2006/main">
              <a:ext uri="{FF2B5EF4-FFF2-40B4-BE49-F238E27FC236}">
                <a16:creationId xmlns:a16="http://schemas.microsoft.com/office/drawing/2014/main" id="{B8412251-7064-4FCC-AF0A-5281DABEAF31}"/>
              </a:ext>
            </a:extLst>
          </p:cNvPr>
          <p:cNvSpPr>
            <a:spLocks xmlns:a="http://schemas.openxmlformats.org/drawingml/2006/main" noGrp="1"/>
          </p:cNvSpPr>
          <p:nvPr/>
        </p:nvSpPr>
        <p:spPr>
          <a:xfrm xmlns:a="http://schemas.openxmlformats.org/drawingml/2006/main">
            <a:off x="609600" y="237172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E35"/>
                </a:solidFill>
                <a:latin typeface="Arial"/>
                <a:ea typeface="Arial"/>
                <a:cs typeface="Arial"/>
              </a:defRPr>
            </a:defPPr>
            <a:lvl1pPr>
              <a:defRPr sz="1875" b="0">
                <a:solidFill>
                  <a:srgbClr val="233E35"/>
                </a:solidFill>
                <a:latin typeface="Arial"/>
                <a:ea typeface="Arial"/>
                <a:cs typeface="Arial"/>
              </a:defRPr>
            </a:lvl1pPr>
            <a:lvl2pPr>
              <a:defRPr sz="1875" b="0">
                <a:solidFill>
                  <a:srgbClr val="233E35"/>
                </a:solidFill>
                <a:latin typeface="Arial"/>
                <a:ea typeface="Arial"/>
                <a:cs typeface="Arial"/>
              </a:defRPr>
            </a:lvl2pPr>
            <a:lvl3pPr>
              <a:defRPr sz="1875" b="0">
                <a:solidFill>
                  <a:srgbClr val="233E35"/>
                </a:solidFill>
                <a:latin typeface="Arial"/>
                <a:ea typeface="Arial"/>
                <a:cs typeface="Arial"/>
              </a:defRPr>
            </a:lvl3pPr>
            <a:lvl4pPr>
              <a:defRPr sz="1875" b="0">
                <a:solidFill>
                  <a:srgbClr val="233E35"/>
                </a:solidFill>
                <a:latin typeface="Arial"/>
                <a:ea typeface="Arial"/>
                <a:cs typeface="Arial"/>
              </a:defRPr>
            </a:lvl4pPr>
            <a:lvl5pPr>
              <a:defRPr sz="1875" b="0">
                <a:solidFill>
                  <a:srgbClr val="233E35"/>
                </a:solidFill>
                <a:latin typeface="Arial"/>
                <a:ea typeface="Arial"/>
                <a:cs typeface="Arial"/>
              </a:defRPr>
            </a:lvl5pPr>
            <a:lvl6pPr>
              <a:defRPr sz="1875" b="0">
                <a:solidFill>
                  <a:srgbClr val="233E35"/>
                </a:solidFill>
                <a:latin typeface="Arial"/>
                <a:ea typeface="Arial"/>
                <a:cs typeface="Arial"/>
              </a:defRPr>
            </a:lvl6pPr>
            <a:lvl7pPr>
              <a:defRPr sz="1875" b="0">
                <a:solidFill>
                  <a:srgbClr val="233E35"/>
                </a:solidFill>
                <a:latin typeface="Arial"/>
                <a:ea typeface="Arial"/>
                <a:cs typeface="Arial"/>
              </a:defRPr>
            </a:lvl7pPr>
            <a:lvl8pPr>
              <a:defRPr sz="1875" b="0">
                <a:solidFill>
                  <a:srgbClr val="233E35"/>
                </a:solidFill>
                <a:latin typeface="Arial"/>
                <a:ea typeface="Arial"/>
                <a:cs typeface="Arial"/>
              </a:defRPr>
            </a:lvl8pPr>
            <a:lvl9pPr>
              <a:defRPr sz="1875" b="0">
                <a:solidFill>
                  <a:srgbClr val="233E35"/>
                </a:solidFill>
                <a:latin typeface="Arial"/>
                <a:ea typeface="Arial"/>
                <a:cs typeface="Arial"/>
              </a:defRPr>
            </a:lvl9pPr>
          </a:lstStyle>
          <a:p xmlns:a="http://schemas.openxmlformats.org/drawingml/2006/main">
            <a:pPr>
              <a:defRPr sz="1875" b="0">
                <a:solidFill>
                  <a:srgbClr val="233E35"/>
                </a:solidFill>
                <a:latin typeface="Arial"/>
                <a:ea typeface="Arial"/>
                <a:cs typeface="Arial"/>
              </a:defRPr>
            </a:pPr>
            <a:r>
              <a:rPr sz="1875" b="0">
                <a:solidFill>
                  <a:srgbClr val="233E35"/>
                </a:solidFill>
                <a:latin typeface="Arial"/>
                <a:ea typeface="Arial"/>
                <a:cs typeface="Arial"/>
              </a:rPr>
              <a:t>02  Dated evidence</a:t>
            </a:r>
          </a:p>
        </p:txBody>
      </p:sp>
      <p:sp>
        <p:nvSpPr>
          <p:cNvPr id="6" name="03  Roles and missing skills">
            <a:extLst xmlns:a="http://schemas.openxmlformats.org/drawingml/2006/main">
              <a:ext uri="{FF2B5EF4-FFF2-40B4-BE49-F238E27FC236}">
                <a16:creationId xmlns:a16="http://schemas.microsoft.com/office/drawing/2014/main" id="{514F1093-725A-4814-98AD-C6EF023300C6}"/>
              </a:ext>
            </a:extLst>
          </p:cNvPr>
          <p:cNvSpPr>
            <a:spLocks xmlns:a="http://schemas.openxmlformats.org/drawingml/2006/main" noGrp="1"/>
          </p:cNvSpPr>
          <p:nvPr/>
        </p:nvSpPr>
        <p:spPr>
          <a:xfrm xmlns:a="http://schemas.openxmlformats.org/drawingml/2006/main">
            <a:off x="609600" y="295275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E35"/>
                </a:solidFill>
                <a:latin typeface="Arial"/>
                <a:ea typeface="Arial"/>
                <a:cs typeface="Arial"/>
              </a:defRPr>
            </a:defPPr>
            <a:lvl1pPr>
              <a:defRPr sz="1875" b="0">
                <a:solidFill>
                  <a:srgbClr val="233E35"/>
                </a:solidFill>
                <a:latin typeface="Arial"/>
                <a:ea typeface="Arial"/>
                <a:cs typeface="Arial"/>
              </a:defRPr>
            </a:lvl1pPr>
            <a:lvl2pPr>
              <a:defRPr sz="1875" b="0">
                <a:solidFill>
                  <a:srgbClr val="233E35"/>
                </a:solidFill>
                <a:latin typeface="Arial"/>
                <a:ea typeface="Arial"/>
                <a:cs typeface="Arial"/>
              </a:defRPr>
            </a:lvl2pPr>
            <a:lvl3pPr>
              <a:defRPr sz="1875" b="0">
                <a:solidFill>
                  <a:srgbClr val="233E35"/>
                </a:solidFill>
                <a:latin typeface="Arial"/>
                <a:ea typeface="Arial"/>
                <a:cs typeface="Arial"/>
              </a:defRPr>
            </a:lvl3pPr>
            <a:lvl4pPr>
              <a:defRPr sz="1875" b="0">
                <a:solidFill>
                  <a:srgbClr val="233E35"/>
                </a:solidFill>
                <a:latin typeface="Arial"/>
                <a:ea typeface="Arial"/>
                <a:cs typeface="Arial"/>
              </a:defRPr>
            </a:lvl4pPr>
            <a:lvl5pPr>
              <a:defRPr sz="1875" b="0">
                <a:solidFill>
                  <a:srgbClr val="233E35"/>
                </a:solidFill>
                <a:latin typeface="Arial"/>
                <a:ea typeface="Arial"/>
                <a:cs typeface="Arial"/>
              </a:defRPr>
            </a:lvl5pPr>
            <a:lvl6pPr>
              <a:defRPr sz="1875" b="0">
                <a:solidFill>
                  <a:srgbClr val="233E35"/>
                </a:solidFill>
                <a:latin typeface="Arial"/>
                <a:ea typeface="Arial"/>
                <a:cs typeface="Arial"/>
              </a:defRPr>
            </a:lvl6pPr>
            <a:lvl7pPr>
              <a:defRPr sz="1875" b="0">
                <a:solidFill>
                  <a:srgbClr val="233E35"/>
                </a:solidFill>
                <a:latin typeface="Arial"/>
                <a:ea typeface="Arial"/>
                <a:cs typeface="Arial"/>
              </a:defRPr>
            </a:lvl7pPr>
            <a:lvl8pPr>
              <a:defRPr sz="1875" b="0">
                <a:solidFill>
                  <a:srgbClr val="233E35"/>
                </a:solidFill>
                <a:latin typeface="Arial"/>
                <a:ea typeface="Arial"/>
                <a:cs typeface="Arial"/>
              </a:defRPr>
            </a:lvl8pPr>
            <a:lvl9pPr>
              <a:defRPr sz="1875" b="0">
                <a:solidFill>
                  <a:srgbClr val="233E35"/>
                </a:solidFill>
                <a:latin typeface="Arial"/>
                <a:ea typeface="Arial"/>
                <a:cs typeface="Arial"/>
              </a:defRPr>
            </a:lvl9pPr>
          </a:lstStyle>
          <a:p xmlns:a="http://schemas.openxmlformats.org/drawingml/2006/main">
            <a:pPr>
              <a:defRPr sz="1875" b="0">
                <a:solidFill>
                  <a:srgbClr val="233E35"/>
                </a:solidFill>
                <a:latin typeface="Arial"/>
                <a:ea typeface="Arial"/>
                <a:cs typeface="Arial"/>
              </a:defRPr>
            </a:pPr>
            <a:r>
              <a:rPr sz="1875" b="0">
                <a:solidFill>
                  <a:srgbClr val="233E35"/>
                </a:solidFill>
                <a:latin typeface="Arial"/>
                <a:ea typeface="Arial"/>
                <a:cs typeface="Arial"/>
              </a:rPr>
              <a:t>03  Roles and missing skills</a:t>
            </a:r>
          </a:p>
        </p:txBody>
      </p:sp>
      <p:sp>
        <p:nvSpPr>
          <p:cNvPr id="7" name="04  Ordered learning">
            <a:extLst xmlns:a="http://schemas.openxmlformats.org/drawingml/2006/main">
              <a:ext uri="{FF2B5EF4-FFF2-40B4-BE49-F238E27FC236}">
                <a16:creationId xmlns:a16="http://schemas.microsoft.com/office/drawing/2014/main" id="{6BCBCA88-8A49-41B7-B18C-E959BBE18C9C}"/>
              </a:ext>
            </a:extLst>
          </p:cNvPr>
          <p:cNvSpPr>
            <a:spLocks xmlns:a="http://schemas.openxmlformats.org/drawingml/2006/main" noGrp="1"/>
          </p:cNvSpPr>
          <p:nvPr/>
        </p:nvSpPr>
        <p:spPr>
          <a:xfrm xmlns:a="http://schemas.openxmlformats.org/drawingml/2006/main">
            <a:off x="609600" y="353377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33E35"/>
                </a:solidFill>
                <a:latin typeface="Arial"/>
                <a:ea typeface="Arial"/>
                <a:cs typeface="Arial"/>
              </a:defRPr>
            </a:defPPr>
            <a:lvl1pPr>
              <a:defRPr sz="1875" b="1">
                <a:solidFill>
                  <a:srgbClr val="233E35"/>
                </a:solidFill>
                <a:latin typeface="Arial"/>
                <a:ea typeface="Arial"/>
                <a:cs typeface="Arial"/>
              </a:defRPr>
            </a:lvl1pPr>
            <a:lvl2pPr>
              <a:defRPr sz="1875" b="1">
                <a:solidFill>
                  <a:srgbClr val="233E35"/>
                </a:solidFill>
                <a:latin typeface="Arial"/>
                <a:ea typeface="Arial"/>
                <a:cs typeface="Arial"/>
              </a:defRPr>
            </a:lvl2pPr>
            <a:lvl3pPr>
              <a:defRPr sz="1875" b="1">
                <a:solidFill>
                  <a:srgbClr val="233E35"/>
                </a:solidFill>
                <a:latin typeface="Arial"/>
                <a:ea typeface="Arial"/>
                <a:cs typeface="Arial"/>
              </a:defRPr>
            </a:lvl3pPr>
            <a:lvl4pPr>
              <a:defRPr sz="1875" b="1">
                <a:solidFill>
                  <a:srgbClr val="233E35"/>
                </a:solidFill>
                <a:latin typeface="Arial"/>
                <a:ea typeface="Arial"/>
                <a:cs typeface="Arial"/>
              </a:defRPr>
            </a:lvl4pPr>
            <a:lvl5pPr>
              <a:defRPr sz="1875" b="1">
                <a:solidFill>
                  <a:srgbClr val="233E35"/>
                </a:solidFill>
                <a:latin typeface="Arial"/>
                <a:ea typeface="Arial"/>
                <a:cs typeface="Arial"/>
              </a:defRPr>
            </a:lvl5pPr>
            <a:lvl6pPr>
              <a:defRPr sz="1875" b="1">
                <a:solidFill>
                  <a:srgbClr val="233E35"/>
                </a:solidFill>
                <a:latin typeface="Arial"/>
                <a:ea typeface="Arial"/>
                <a:cs typeface="Arial"/>
              </a:defRPr>
            </a:lvl6pPr>
            <a:lvl7pPr>
              <a:defRPr sz="1875" b="1">
                <a:solidFill>
                  <a:srgbClr val="233E35"/>
                </a:solidFill>
                <a:latin typeface="Arial"/>
                <a:ea typeface="Arial"/>
                <a:cs typeface="Arial"/>
              </a:defRPr>
            </a:lvl7pPr>
            <a:lvl8pPr>
              <a:defRPr sz="1875" b="1">
                <a:solidFill>
                  <a:srgbClr val="233E35"/>
                </a:solidFill>
                <a:latin typeface="Arial"/>
                <a:ea typeface="Arial"/>
                <a:cs typeface="Arial"/>
              </a:defRPr>
            </a:lvl8pPr>
            <a:lvl9pPr>
              <a:defRPr sz="1875" b="1">
                <a:solidFill>
                  <a:srgbClr val="233E35"/>
                </a:solidFill>
                <a:latin typeface="Arial"/>
                <a:ea typeface="Arial"/>
                <a:cs typeface="Arial"/>
              </a:defRPr>
            </a:lvl9pPr>
          </a:lstStyle>
          <a:p xmlns:a="http://schemas.openxmlformats.org/drawingml/2006/main">
            <a:pPr>
              <a:defRPr sz="1875" b="1">
                <a:solidFill>
                  <a:srgbClr val="233E35"/>
                </a:solidFill>
                <a:latin typeface="Arial"/>
                <a:ea typeface="Arial"/>
                <a:cs typeface="Arial"/>
              </a:defRPr>
            </a:pPr>
            <a:r>
              <a:rPr sz="1875" b="1">
                <a:solidFill>
                  <a:srgbClr val="233E35"/>
                </a:solidFill>
                <a:latin typeface="Arial"/>
                <a:ea typeface="Arial"/>
                <a:cs typeface="Arial"/>
              </a:rPr>
              <a:t>04  Ordered learning</a:t>
            </a:r>
          </a:p>
        </p:txBody>
      </p:sp>
      <p:sp>
        <p:nvSpPr>
          <p:cNvPr id="8" name="05  SDG contribution">
            <a:extLst xmlns:a="http://schemas.openxmlformats.org/drawingml/2006/main">
              <a:ext uri="{FF2B5EF4-FFF2-40B4-BE49-F238E27FC236}">
                <a16:creationId xmlns:a16="http://schemas.microsoft.com/office/drawing/2014/main" id="{26411C9B-6947-4EEC-AE99-7A62F8C86716}"/>
              </a:ext>
            </a:extLst>
          </p:cNvPr>
          <p:cNvSpPr>
            <a:spLocks xmlns:a="http://schemas.openxmlformats.org/drawingml/2006/main" noGrp="1"/>
          </p:cNvSpPr>
          <p:nvPr/>
        </p:nvSpPr>
        <p:spPr>
          <a:xfrm xmlns:a="http://schemas.openxmlformats.org/drawingml/2006/main">
            <a:off x="609600" y="4114800"/>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E35"/>
                </a:solidFill>
                <a:latin typeface="Arial"/>
                <a:ea typeface="Arial"/>
                <a:cs typeface="Arial"/>
              </a:defRPr>
            </a:defPPr>
            <a:lvl1pPr>
              <a:defRPr sz="1875" b="0">
                <a:solidFill>
                  <a:srgbClr val="233E35"/>
                </a:solidFill>
                <a:latin typeface="Arial"/>
                <a:ea typeface="Arial"/>
                <a:cs typeface="Arial"/>
              </a:defRPr>
            </a:lvl1pPr>
            <a:lvl2pPr>
              <a:defRPr sz="1875" b="0">
                <a:solidFill>
                  <a:srgbClr val="233E35"/>
                </a:solidFill>
                <a:latin typeface="Arial"/>
                <a:ea typeface="Arial"/>
                <a:cs typeface="Arial"/>
              </a:defRPr>
            </a:lvl2pPr>
            <a:lvl3pPr>
              <a:defRPr sz="1875" b="0">
                <a:solidFill>
                  <a:srgbClr val="233E35"/>
                </a:solidFill>
                <a:latin typeface="Arial"/>
                <a:ea typeface="Arial"/>
                <a:cs typeface="Arial"/>
              </a:defRPr>
            </a:lvl3pPr>
            <a:lvl4pPr>
              <a:defRPr sz="1875" b="0">
                <a:solidFill>
                  <a:srgbClr val="233E35"/>
                </a:solidFill>
                <a:latin typeface="Arial"/>
                <a:ea typeface="Arial"/>
                <a:cs typeface="Arial"/>
              </a:defRPr>
            </a:lvl4pPr>
            <a:lvl5pPr>
              <a:defRPr sz="1875" b="0">
                <a:solidFill>
                  <a:srgbClr val="233E35"/>
                </a:solidFill>
                <a:latin typeface="Arial"/>
                <a:ea typeface="Arial"/>
                <a:cs typeface="Arial"/>
              </a:defRPr>
            </a:lvl5pPr>
            <a:lvl6pPr>
              <a:defRPr sz="1875" b="0">
                <a:solidFill>
                  <a:srgbClr val="233E35"/>
                </a:solidFill>
                <a:latin typeface="Arial"/>
                <a:ea typeface="Arial"/>
                <a:cs typeface="Arial"/>
              </a:defRPr>
            </a:lvl6pPr>
            <a:lvl7pPr>
              <a:defRPr sz="1875" b="0">
                <a:solidFill>
                  <a:srgbClr val="233E35"/>
                </a:solidFill>
                <a:latin typeface="Arial"/>
                <a:ea typeface="Arial"/>
                <a:cs typeface="Arial"/>
              </a:defRPr>
            </a:lvl7pPr>
            <a:lvl8pPr>
              <a:defRPr sz="1875" b="0">
                <a:solidFill>
                  <a:srgbClr val="233E35"/>
                </a:solidFill>
                <a:latin typeface="Arial"/>
                <a:ea typeface="Arial"/>
                <a:cs typeface="Arial"/>
              </a:defRPr>
            </a:lvl8pPr>
            <a:lvl9pPr>
              <a:defRPr sz="1875" b="0">
                <a:solidFill>
                  <a:srgbClr val="233E35"/>
                </a:solidFill>
                <a:latin typeface="Arial"/>
                <a:ea typeface="Arial"/>
                <a:cs typeface="Arial"/>
              </a:defRPr>
            </a:lvl9pPr>
          </a:lstStyle>
          <a:p xmlns:a="http://schemas.openxmlformats.org/drawingml/2006/main">
            <a:pPr>
              <a:defRPr sz="1875" b="0">
                <a:solidFill>
                  <a:srgbClr val="233E35"/>
                </a:solidFill>
                <a:latin typeface="Arial"/>
                <a:ea typeface="Arial"/>
                <a:cs typeface="Arial"/>
              </a:defRPr>
            </a:pPr>
            <a:r>
              <a:rPr sz="1875" b="0">
                <a:solidFill>
                  <a:srgbClr val="233E35"/>
                </a:solidFill>
                <a:latin typeface="Arial"/>
                <a:ea typeface="Arial"/>
                <a:cs typeface="Arial"/>
              </a:rPr>
              <a:t>05  SDG contribution</a:t>
            </a:r>
          </a:p>
        </p:txBody>
      </p:sp>
      <p:sp>
        <p:nvSpPr>
          <p:cNvPr id="9" name="06  Future scenarios">
            <a:extLst xmlns:a="http://schemas.openxmlformats.org/drawingml/2006/main">
              <a:ext uri="{FF2B5EF4-FFF2-40B4-BE49-F238E27FC236}">
                <a16:creationId xmlns:a16="http://schemas.microsoft.com/office/drawing/2014/main" id="{AD23D12D-1BD2-45AF-A962-D6E422D5BD48}"/>
              </a:ext>
            </a:extLst>
          </p:cNvPr>
          <p:cNvSpPr>
            <a:spLocks xmlns:a="http://schemas.openxmlformats.org/drawingml/2006/main" noGrp="1"/>
          </p:cNvSpPr>
          <p:nvPr/>
        </p:nvSpPr>
        <p:spPr>
          <a:xfrm xmlns:a="http://schemas.openxmlformats.org/drawingml/2006/main">
            <a:off x="609600" y="469582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33E35"/>
                </a:solidFill>
                <a:latin typeface="Arial"/>
                <a:ea typeface="Arial"/>
                <a:cs typeface="Arial"/>
              </a:defRPr>
            </a:defPPr>
            <a:lvl1pPr>
              <a:defRPr sz="1875" b="0">
                <a:solidFill>
                  <a:srgbClr val="233E35"/>
                </a:solidFill>
                <a:latin typeface="Arial"/>
                <a:ea typeface="Arial"/>
                <a:cs typeface="Arial"/>
              </a:defRPr>
            </a:lvl1pPr>
            <a:lvl2pPr>
              <a:defRPr sz="1875" b="0">
                <a:solidFill>
                  <a:srgbClr val="233E35"/>
                </a:solidFill>
                <a:latin typeface="Arial"/>
                <a:ea typeface="Arial"/>
                <a:cs typeface="Arial"/>
              </a:defRPr>
            </a:lvl2pPr>
            <a:lvl3pPr>
              <a:defRPr sz="1875" b="0">
                <a:solidFill>
                  <a:srgbClr val="233E35"/>
                </a:solidFill>
                <a:latin typeface="Arial"/>
                <a:ea typeface="Arial"/>
                <a:cs typeface="Arial"/>
              </a:defRPr>
            </a:lvl3pPr>
            <a:lvl4pPr>
              <a:defRPr sz="1875" b="0">
                <a:solidFill>
                  <a:srgbClr val="233E35"/>
                </a:solidFill>
                <a:latin typeface="Arial"/>
                <a:ea typeface="Arial"/>
                <a:cs typeface="Arial"/>
              </a:defRPr>
            </a:lvl4pPr>
            <a:lvl5pPr>
              <a:defRPr sz="1875" b="0">
                <a:solidFill>
                  <a:srgbClr val="233E35"/>
                </a:solidFill>
                <a:latin typeface="Arial"/>
                <a:ea typeface="Arial"/>
                <a:cs typeface="Arial"/>
              </a:defRPr>
            </a:lvl5pPr>
            <a:lvl6pPr>
              <a:defRPr sz="1875" b="0">
                <a:solidFill>
                  <a:srgbClr val="233E35"/>
                </a:solidFill>
                <a:latin typeface="Arial"/>
                <a:ea typeface="Arial"/>
                <a:cs typeface="Arial"/>
              </a:defRPr>
            </a:lvl6pPr>
            <a:lvl7pPr>
              <a:defRPr sz="1875" b="0">
                <a:solidFill>
                  <a:srgbClr val="233E35"/>
                </a:solidFill>
                <a:latin typeface="Arial"/>
                <a:ea typeface="Arial"/>
                <a:cs typeface="Arial"/>
              </a:defRPr>
            </a:lvl7pPr>
            <a:lvl8pPr>
              <a:defRPr sz="1875" b="0">
                <a:solidFill>
                  <a:srgbClr val="233E35"/>
                </a:solidFill>
                <a:latin typeface="Arial"/>
                <a:ea typeface="Arial"/>
                <a:cs typeface="Arial"/>
              </a:defRPr>
            </a:lvl8pPr>
            <a:lvl9pPr>
              <a:defRPr sz="1875" b="0">
                <a:solidFill>
                  <a:srgbClr val="233E35"/>
                </a:solidFill>
                <a:latin typeface="Arial"/>
                <a:ea typeface="Arial"/>
                <a:cs typeface="Arial"/>
              </a:defRPr>
            </a:lvl9pPr>
          </a:lstStyle>
          <a:p xmlns:a="http://schemas.openxmlformats.org/drawingml/2006/main">
            <a:pPr>
              <a:defRPr sz="1875" b="0">
                <a:solidFill>
                  <a:srgbClr val="233E35"/>
                </a:solidFill>
                <a:latin typeface="Arial"/>
                <a:ea typeface="Arial"/>
                <a:cs typeface="Arial"/>
              </a:defRPr>
            </a:pPr>
            <a:r>
              <a:rPr sz="1875" b="0">
                <a:solidFill>
                  <a:srgbClr val="233E35"/>
                </a:solidFill>
                <a:latin typeface="Arial"/>
                <a:ea typeface="Arial"/>
                <a:cs typeface="Arial"/>
              </a:rPr>
              <a:t>06  Future scenarios</a:t>
            </a:r>
          </a:p>
        </p:txBody>
      </p:sp>
      <p:pic>
        <p:nvPicPr>
          <p:cNvPr id="10" name="">
            <a:extLst xmlns:a="http://schemas.openxmlformats.org/drawingml/2006/main">
              <a:ext uri="{FF2B5EF4-FFF2-40B4-BE49-F238E27FC236}">
                <a16:creationId xmlns:a16="http://schemas.microsoft.com/office/drawing/2014/main" id="{45D357F1-06DA-48C5-9B33-A681AFB65566}"/>
              </a:ext>
            </a:extLst>
          </p:cNvPr>
          <p:cNvPicPr>
            <a:picLocks xmlns:a="http://schemas.openxmlformats.org/drawingml/2006/main" noChangeAspect="1"/>
          </p:cNvPicPr>
          <p:nvPr/>
        </p:nvPicPr>
        <p:blipFill>
          <a:blip xmlns:r="http://schemas.openxmlformats.org/officeDocument/2006/relationships" xmlns:a="http://schemas.openxmlformats.org/drawingml/2006/main" r:embed="R92512bbd1a7e4a08"/>
          <a:stretch xmlns:a="http://schemas.openxmlformats.org/drawingml/2006/main"/>
        </p:blipFill>
        <p:spPr>
          <a:xfrm xmlns:a="http://schemas.openxmlformats.org/drawingml/2006/main">
            <a:off x="4210050" y="1687627"/>
            <a:ext cx="7372350" cy="4149497"/>
          </a:xfrm>
          <a:prstGeom xmlns:a="http://schemas.openxmlformats.org/drawingml/2006/main" prst="rect">
            <a:avLst/>
          </a:prstGeom>
        </p:spPr>
      </p:pic>
      <p:sp>
        <p:nvSpPr>
          <p:cNvPr id="11" name="Synthetic profiles. Six selected sk">
            <a:extLst xmlns:a="http://schemas.openxmlformats.org/drawingml/2006/main">
              <a:ext uri="{FF2B5EF4-FFF2-40B4-BE49-F238E27FC236}">
                <a16:creationId xmlns:a16="http://schemas.microsoft.com/office/drawing/2014/main" id="{F2FEC035-FC84-487E-8140-90EBB3AC47BC}"/>
              </a:ext>
            </a:extLst>
          </p:cNvPr>
          <p:cNvSpPr>
            <a:spLocks xmlns:a="http://schemas.openxmlformats.org/drawingml/2006/main" noGrp="1"/>
          </p:cNvSpPr>
          <p:nvPr/>
        </p:nvSpPr>
        <p:spPr>
          <a:xfrm xmlns:a="http://schemas.openxmlformats.org/drawingml/2006/main">
            <a:off x="609600" y="59626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7468"/>
                </a:solidFill>
                <a:latin typeface="Arial"/>
                <a:ea typeface="Arial"/>
                <a:cs typeface="Arial"/>
              </a:defRPr>
            </a:defPPr>
            <a:lvl1pPr>
              <a:defRPr sz="1725" b="0">
                <a:solidFill>
                  <a:srgbClr val="647468"/>
                </a:solidFill>
                <a:latin typeface="Arial"/>
                <a:ea typeface="Arial"/>
                <a:cs typeface="Arial"/>
              </a:defRPr>
            </a:lvl1pPr>
            <a:lvl2pPr>
              <a:defRPr sz="1725" b="0">
                <a:solidFill>
                  <a:srgbClr val="647468"/>
                </a:solidFill>
                <a:latin typeface="Arial"/>
                <a:ea typeface="Arial"/>
                <a:cs typeface="Arial"/>
              </a:defRPr>
            </a:lvl2pPr>
            <a:lvl3pPr>
              <a:defRPr sz="1725" b="0">
                <a:solidFill>
                  <a:srgbClr val="647468"/>
                </a:solidFill>
                <a:latin typeface="Arial"/>
                <a:ea typeface="Arial"/>
                <a:cs typeface="Arial"/>
              </a:defRPr>
            </a:lvl3pPr>
            <a:lvl4pPr>
              <a:defRPr sz="1725" b="0">
                <a:solidFill>
                  <a:srgbClr val="647468"/>
                </a:solidFill>
                <a:latin typeface="Arial"/>
                <a:ea typeface="Arial"/>
                <a:cs typeface="Arial"/>
              </a:defRPr>
            </a:lvl4pPr>
            <a:lvl5pPr>
              <a:defRPr sz="1725" b="0">
                <a:solidFill>
                  <a:srgbClr val="647468"/>
                </a:solidFill>
                <a:latin typeface="Arial"/>
                <a:ea typeface="Arial"/>
                <a:cs typeface="Arial"/>
              </a:defRPr>
            </a:lvl5pPr>
            <a:lvl6pPr>
              <a:defRPr sz="1725" b="0">
                <a:solidFill>
                  <a:srgbClr val="647468"/>
                </a:solidFill>
                <a:latin typeface="Arial"/>
                <a:ea typeface="Arial"/>
                <a:cs typeface="Arial"/>
              </a:defRPr>
            </a:lvl6pPr>
            <a:lvl7pPr>
              <a:defRPr sz="1725" b="0">
                <a:solidFill>
                  <a:srgbClr val="647468"/>
                </a:solidFill>
                <a:latin typeface="Arial"/>
                <a:ea typeface="Arial"/>
                <a:cs typeface="Arial"/>
              </a:defRPr>
            </a:lvl7pPr>
            <a:lvl8pPr>
              <a:defRPr sz="1725" b="0">
                <a:solidFill>
                  <a:srgbClr val="647468"/>
                </a:solidFill>
                <a:latin typeface="Arial"/>
                <a:ea typeface="Arial"/>
                <a:cs typeface="Arial"/>
              </a:defRPr>
            </a:lvl8pPr>
            <a:lvl9pPr>
              <a:defRPr sz="1725" b="0">
                <a:solidFill>
                  <a:srgbClr val="647468"/>
                </a:solidFill>
                <a:latin typeface="Arial"/>
                <a:ea typeface="Arial"/>
                <a:cs typeface="Arial"/>
              </a:defRPr>
            </a:lvl9pPr>
          </a:lstStyle>
          <a:p xmlns:a="http://schemas.openxmlformats.org/drawingml/2006/main">
            <a:pPr>
              <a:defRPr sz="1725" b="0">
                <a:solidFill>
                  <a:srgbClr val="647468"/>
                </a:solidFill>
                <a:latin typeface="Arial"/>
                <a:ea typeface="Arial"/>
                <a:cs typeface="Arial"/>
              </a:defRPr>
            </a:pPr>
            <a:r>
              <a:rPr sz="1725" b="0">
                <a:solidFill>
                  <a:srgbClr val="647468"/>
                </a:solidFill>
                <a:latin typeface="Arial"/>
                <a:ea typeface="Arial"/>
                <a:cs typeface="Arial"/>
              </a:rPr>
              <a:t>Synthetic profiles. Six selected skills. Explicit worker adoption.</a:t>
            </a:r>
          </a:p>
        </p:txBody>
      </p:sp>
    </p:spTree>
    <p:extLst>
      <p:ext uri="{BB962C8B-B14F-4D97-AF65-F5344CB8AC3E}">
        <p14:creationId xmlns:p14="http://schemas.microsoft.com/office/powerpoint/2010/main" val="150998160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4AFF58D4-EB9A-461E-9058-24411A19F675}"/>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Evidence review and publication</a:t>
            </a:r>
          </a:p>
        </p:txBody>
      </p:sp>
      <p:sp>
        <p:nvSpPr>
          <p:cNvPr id="2" name="ShiftBridge / Console">
            <a:extLst xmlns:a="http://schemas.openxmlformats.org/drawingml/2006/main">
              <a:ext uri="{FF2B5EF4-FFF2-40B4-BE49-F238E27FC236}">
                <a16:creationId xmlns:a16="http://schemas.microsoft.com/office/drawing/2014/main" id="{BD002BF9-80FF-40EC-A034-3C295062335D}"/>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4 / 08">
            <a:extLst xmlns:a="http://schemas.openxmlformats.org/drawingml/2006/main">
              <a:ext uri="{FF2B5EF4-FFF2-40B4-BE49-F238E27FC236}">
                <a16:creationId xmlns:a16="http://schemas.microsoft.com/office/drawing/2014/main" id="{0576FB38-5572-4923-8A43-BA8B6EA73CC8}"/>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04 / 08</a:t>
            </a:r>
          </a:p>
        </p:txBody>
      </p:sp>
      <p:sp>
        <p:nvSpPr>
          <p:cNvPr id="4" name="1">
            <a:extLst xmlns:a="http://schemas.openxmlformats.org/drawingml/2006/main">
              <a:ext uri="{FF2B5EF4-FFF2-40B4-BE49-F238E27FC236}">
                <a16:creationId xmlns:a16="http://schemas.microsoft.com/office/drawing/2014/main" id="{4B69B707-A132-49F7-976A-43F1FD299863}"/>
              </a:ext>
            </a:extLst>
          </p:cNvPr>
          <p:cNvSpPr>
            <a:spLocks xmlns:a="http://schemas.openxmlformats.org/drawingml/2006/main" noGrp="1"/>
          </p:cNvSpPr>
          <p:nvPr/>
        </p:nvSpPr>
        <p:spPr>
          <a:xfrm xmlns:a="http://schemas.openxmlformats.org/drawingml/2006/main">
            <a:off x="609600" y="18192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86643"/>
                </a:solidFill>
                <a:latin typeface="Arial"/>
                <a:ea typeface="Arial"/>
                <a:cs typeface="Arial"/>
              </a:defRPr>
            </a:defPPr>
            <a:lvl1pPr>
              <a:defRPr sz="2850" b="1">
                <a:solidFill>
                  <a:srgbClr val="A86643"/>
                </a:solidFill>
                <a:latin typeface="Arial"/>
                <a:ea typeface="Arial"/>
                <a:cs typeface="Arial"/>
              </a:defRPr>
            </a:lvl1pPr>
            <a:lvl2pPr>
              <a:defRPr sz="2850" b="1">
                <a:solidFill>
                  <a:srgbClr val="A86643"/>
                </a:solidFill>
                <a:latin typeface="Arial"/>
                <a:ea typeface="Arial"/>
                <a:cs typeface="Arial"/>
              </a:defRPr>
            </a:lvl2pPr>
            <a:lvl3pPr>
              <a:defRPr sz="2850" b="1">
                <a:solidFill>
                  <a:srgbClr val="A86643"/>
                </a:solidFill>
                <a:latin typeface="Arial"/>
                <a:ea typeface="Arial"/>
                <a:cs typeface="Arial"/>
              </a:defRPr>
            </a:lvl3pPr>
            <a:lvl4pPr>
              <a:defRPr sz="2850" b="1">
                <a:solidFill>
                  <a:srgbClr val="A86643"/>
                </a:solidFill>
                <a:latin typeface="Arial"/>
                <a:ea typeface="Arial"/>
                <a:cs typeface="Arial"/>
              </a:defRPr>
            </a:lvl4pPr>
            <a:lvl5pPr>
              <a:defRPr sz="2850" b="1">
                <a:solidFill>
                  <a:srgbClr val="A86643"/>
                </a:solidFill>
                <a:latin typeface="Arial"/>
                <a:ea typeface="Arial"/>
                <a:cs typeface="Arial"/>
              </a:defRPr>
            </a:lvl5pPr>
            <a:lvl6pPr>
              <a:defRPr sz="2850" b="1">
                <a:solidFill>
                  <a:srgbClr val="A86643"/>
                </a:solidFill>
                <a:latin typeface="Arial"/>
                <a:ea typeface="Arial"/>
                <a:cs typeface="Arial"/>
              </a:defRPr>
            </a:lvl6pPr>
            <a:lvl7pPr>
              <a:defRPr sz="2850" b="1">
                <a:solidFill>
                  <a:srgbClr val="A86643"/>
                </a:solidFill>
                <a:latin typeface="Arial"/>
                <a:ea typeface="Arial"/>
                <a:cs typeface="Arial"/>
              </a:defRPr>
            </a:lvl7pPr>
            <a:lvl8pPr>
              <a:defRPr sz="2850" b="1">
                <a:solidFill>
                  <a:srgbClr val="A86643"/>
                </a:solidFill>
                <a:latin typeface="Arial"/>
                <a:ea typeface="Arial"/>
                <a:cs typeface="Arial"/>
              </a:defRPr>
            </a:lvl8pPr>
            <a:lvl9pPr>
              <a:defRPr sz="2850" b="1">
                <a:solidFill>
                  <a:srgbClr val="A86643"/>
                </a:solidFill>
                <a:latin typeface="Arial"/>
                <a:ea typeface="Arial"/>
                <a:cs typeface="Arial"/>
              </a:defRPr>
            </a:lvl9pPr>
          </a:lstStyle>
          <a:p xmlns:a="http://schemas.openxmlformats.org/drawingml/2006/main">
            <a:pPr>
              <a:defRPr sz="2850" b="1">
                <a:solidFill>
                  <a:srgbClr val="A86643"/>
                </a:solidFill>
                <a:latin typeface="Arial"/>
                <a:ea typeface="Arial"/>
                <a:cs typeface="Arial"/>
              </a:defRPr>
            </a:pPr>
            <a:r>
              <a:rPr sz="2850" b="1">
                <a:solidFill>
                  <a:srgbClr val="A86643"/>
                </a:solidFill>
                <a:latin typeface="Arial"/>
                <a:ea typeface="Arial"/>
                <a:cs typeface="Arial"/>
              </a:rPr>
              <a:t>1</a:t>
            </a:r>
          </a:p>
        </p:txBody>
      </p:sp>
      <p:sp>
        <p:nvSpPr>
          <p:cNvPr id="5" name="Inspect the passage">
            <a:extLst xmlns:a="http://schemas.openxmlformats.org/drawingml/2006/main">
              <a:ext uri="{FF2B5EF4-FFF2-40B4-BE49-F238E27FC236}">
                <a16:creationId xmlns:a16="http://schemas.microsoft.com/office/drawing/2014/main" id="{CEB45A4A-837F-4ABB-AAE5-17448E771E4B}"/>
              </a:ext>
            </a:extLst>
          </p:cNvPr>
          <p:cNvSpPr>
            <a:spLocks xmlns:a="http://schemas.openxmlformats.org/drawingml/2006/main" noGrp="1"/>
          </p:cNvSpPr>
          <p:nvPr/>
        </p:nvSpPr>
        <p:spPr>
          <a:xfrm xmlns:a="http://schemas.openxmlformats.org/drawingml/2006/main">
            <a:off x="1162050" y="188595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33E35"/>
                </a:solidFill>
                <a:latin typeface="Arial"/>
                <a:ea typeface="Arial"/>
                <a:cs typeface="Arial"/>
              </a:defRPr>
            </a:defPPr>
            <a:lvl1pPr>
              <a:defRPr sz="2025" b="0">
                <a:solidFill>
                  <a:srgbClr val="233E35"/>
                </a:solidFill>
                <a:latin typeface="Arial"/>
                <a:ea typeface="Arial"/>
                <a:cs typeface="Arial"/>
              </a:defRPr>
            </a:lvl1pPr>
            <a:lvl2pPr>
              <a:defRPr sz="2025" b="0">
                <a:solidFill>
                  <a:srgbClr val="233E35"/>
                </a:solidFill>
                <a:latin typeface="Arial"/>
                <a:ea typeface="Arial"/>
                <a:cs typeface="Arial"/>
              </a:defRPr>
            </a:lvl2pPr>
            <a:lvl3pPr>
              <a:defRPr sz="2025" b="0">
                <a:solidFill>
                  <a:srgbClr val="233E35"/>
                </a:solidFill>
                <a:latin typeface="Arial"/>
                <a:ea typeface="Arial"/>
                <a:cs typeface="Arial"/>
              </a:defRPr>
            </a:lvl3pPr>
            <a:lvl4pPr>
              <a:defRPr sz="2025" b="0">
                <a:solidFill>
                  <a:srgbClr val="233E35"/>
                </a:solidFill>
                <a:latin typeface="Arial"/>
                <a:ea typeface="Arial"/>
                <a:cs typeface="Arial"/>
              </a:defRPr>
            </a:lvl4pPr>
            <a:lvl5pPr>
              <a:defRPr sz="2025" b="0">
                <a:solidFill>
                  <a:srgbClr val="233E35"/>
                </a:solidFill>
                <a:latin typeface="Arial"/>
                <a:ea typeface="Arial"/>
                <a:cs typeface="Arial"/>
              </a:defRPr>
            </a:lvl5pPr>
            <a:lvl6pPr>
              <a:defRPr sz="2025" b="0">
                <a:solidFill>
                  <a:srgbClr val="233E35"/>
                </a:solidFill>
                <a:latin typeface="Arial"/>
                <a:ea typeface="Arial"/>
                <a:cs typeface="Arial"/>
              </a:defRPr>
            </a:lvl6pPr>
            <a:lvl7pPr>
              <a:defRPr sz="2025" b="0">
                <a:solidFill>
                  <a:srgbClr val="233E35"/>
                </a:solidFill>
                <a:latin typeface="Arial"/>
                <a:ea typeface="Arial"/>
                <a:cs typeface="Arial"/>
              </a:defRPr>
            </a:lvl7pPr>
            <a:lvl8pPr>
              <a:defRPr sz="2025" b="0">
                <a:solidFill>
                  <a:srgbClr val="233E35"/>
                </a:solidFill>
                <a:latin typeface="Arial"/>
                <a:ea typeface="Arial"/>
                <a:cs typeface="Arial"/>
              </a:defRPr>
            </a:lvl8pPr>
            <a:lvl9pPr>
              <a:defRPr sz="2025" b="0">
                <a:solidFill>
                  <a:srgbClr val="233E35"/>
                </a:solidFill>
                <a:latin typeface="Arial"/>
                <a:ea typeface="Arial"/>
                <a:cs typeface="Arial"/>
              </a:defRPr>
            </a:lvl9pPr>
          </a:lstStyle>
          <a:p xmlns:a="http://schemas.openxmlformats.org/drawingml/2006/main">
            <a:pPr>
              <a:defRPr sz="2025" b="0">
                <a:solidFill>
                  <a:srgbClr val="233E35"/>
                </a:solidFill>
                <a:latin typeface="Arial"/>
                <a:ea typeface="Arial"/>
                <a:cs typeface="Arial"/>
              </a:defRPr>
            </a:pPr>
            <a:r>
              <a:rPr sz="2025" b="0">
                <a:solidFill>
                  <a:srgbClr val="233E35"/>
                </a:solidFill>
                <a:latin typeface="Arial"/>
                <a:ea typeface="Arial"/>
                <a:cs typeface="Arial"/>
              </a:rPr>
              <a:t>Inspect the passage</a:t>
            </a:r>
          </a:p>
        </p:txBody>
      </p:sp>
      <p:sp>
        <p:nvSpPr>
          <p:cNvPr id="6" name="2">
            <a:extLst xmlns:a="http://schemas.openxmlformats.org/drawingml/2006/main">
              <a:ext uri="{FF2B5EF4-FFF2-40B4-BE49-F238E27FC236}">
                <a16:creationId xmlns:a16="http://schemas.microsoft.com/office/drawing/2014/main" id="{08AA64D2-4395-4FFF-8C37-95DB42B8DE41}"/>
              </a:ext>
            </a:extLst>
          </p:cNvPr>
          <p:cNvSpPr>
            <a:spLocks xmlns:a="http://schemas.openxmlformats.org/drawingml/2006/main" noGrp="1"/>
          </p:cNvSpPr>
          <p:nvPr/>
        </p:nvSpPr>
        <p:spPr>
          <a:xfrm xmlns:a="http://schemas.openxmlformats.org/drawingml/2006/main">
            <a:off x="609600" y="25908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86643"/>
                </a:solidFill>
                <a:latin typeface="Arial"/>
                <a:ea typeface="Arial"/>
                <a:cs typeface="Arial"/>
              </a:defRPr>
            </a:defPPr>
            <a:lvl1pPr>
              <a:defRPr sz="2850" b="1">
                <a:solidFill>
                  <a:srgbClr val="A86643"/>
                </a:solidFill>
                <a:latin typeface="Arial"/>
                <a:ea typeface="Arial"/>
                <a:cs typeface="Arial"/>
              </a:defRPr>
            </a:lvl1pPr>
            <a:lvl2pPr>
              <a:defRPr sz="2850" b="1">
                <a:solidFill>
                  <a:srgbClr val="A86643"/>
                </a:solidFill>
                <a:latin typeface="Arial"/>
                <a:ea typeface="Arial"/>
                <a:cs typeface="Arial"/>
              </a:defRPr>
            </a:lvl2pPr>
            <a:lvl3pPr>
              <a:defRPr sz="2850" b="1">
                <a:solidFill>
                  <a:srgbClr val="A86643"/>
                </a:solidFill>
                <a:latin typeface="Arial"/>
                <a:ea typeface="Arial"/>
                <a:cs typeface="Arial"/>
              </a:defRPr>
            </a:lvl3pPr>
            <a:lvl4pPr>
              <a:defRPr sz="2850" b="1">
                <a:solidFill>
                  <a:srgbClr val="A86643"/>
                </a:solidFill>
                <a:latin typeface="Arial"/>
                <a:ea typeface="Arial"/>
                <a:cs typeface="Arial"/>
              </a:defRPr>
            </a:lvl4pPr>
            <a:lvl5pPr>
              <a:defRPr sz="2850" b="1">
                <a:solidFill>
                  <a:srgbClr val="A86643"/>
                </a:solidFill>
                <a:latin typeface="Arial"/>
                <a:ea typeface="Arial"/>
                <a:cs typeface="Arial"/>
              </a:defRPr>
            </a:lvl5pPr>
            <a:lvl6pPr>
              <a:defRPr sz="2850" b="1">
                <a:solidFill>
                  <a:srgbClr val="A86643"/>
                </a:solidFill>
                <a:latin typeface="Arial"/>
                <a:ea typeface="Arial"/>
                <a:cs typeface="Arial"/>
              </a:defRPr>
            </a:lvl6pPr>
            <a:lvl7pPr>
              <a:defRPr sz="2850" b="1">
                <a:solidFill>
                  <a:srgbClr val="A86643"/>
                </a:solidFill>
                <a:latin typeface="Arial"/>
                <a:ea typeface="Arial"/>
                <a:cs typeface="Arial"/>
              </a:defRPr>
            </a:lvl7pPr>
            <a:lvl8pPr>
              <a:defRPr sz="2850" b="1">
                <a:solidFill>
                  <a:srgbClr val="A86643"/>
                </a:solidFill>
                <a:latin typeface="Arial"/>
                <a:ea typeface="Arial"/>
                <a:cs typeface="Arial"/>
              </a:defRPr>
            </a:lvl8pPr>
            <a:lvl9pPr>
              <a:defRPr sz="2850" b="1">
                <a:solidFill>
                  <a:srgbClr val="A86643"/>
                </a:solidFill>
                <a:latin typeface="Arial"/>
                <a:ea typeface="Arial"/>
                <a:cs typeface="Arial"/>
              </a:defRPr>
            </a:lvl9pPr>
          </a:lstStyle>
          <a:p xmlns:a="http://schemas.openxmlformats.org/drawingml/2006/main">
            <a:pPr>
              <a:defRPr sz="2850" b="1">
                <a:solidFill>
                  <a:srgbClr val="A86643"/>
                </a:solidFill>
                <a:latin typeface="Arial"/>
                <a:ea typeface="Arial"/>
                <a:cs typeface="Arial"/>
              </a:defRPr>
            </a:pPr>
            <a:r>
              <a:rPr sz="2850" b="1">
                <a:solidFill>
                  <a:srgbClr val="A86643"/>
                </a:solidFill>
                <a:latin typeface="Arial"/>
                <a:ea typeface="Arial"/>
                <a:cs typeface="Arial"/>
              </a:rPr>
              <a:t>2</a:t>
            </a:r>
          </a:p>
        </p:txBody>
      </p:sp>
      <p:sp>
        <p:nvSpPr>
          <p:cNvPr id="7" name="Explain the task implication">
            <a:extLst xmlns:a="http://schemas.openxmlformats.org/drawingml/2006/main">
              <a:ext uri="{FF2B5EF4-FFF2-40B4-BE49-F238E27FC236}">
                <a16:creationId xmlns:a16="http://schemas.microsoft.com/office/drawing/2014/main" id="{ED48C9B2-E8F2-4B98-93E2-781E21462161}"/>
              </a:ext>
            </a:extLst>
          </p:cNvPr>
          <p:cNvSpPr>
            <a:spLocks xmlns:a="http://schemas.openxmlformats.org/drawingml/2006/main" noGrp="1"/>
          </p:cNvSpPr>
          <p:nvPr/>
        </p:nvSpPr>
        <p:spPr>
          <a:xfrm xmlns:a="http://schemas.openxmlformats.org/drawingml/2006/main">
            <a:off x="1162050" y="2657475"/>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33E35"/>
                </a:solidFill>
                <a:latin typeface="Arial"/>
                <a:ea typeface="Arial"/>
                <a:cs typeface="Arial"/>
              </a:defRPr>
            </a:defPPr>
            <a:lvl1pPr>
              <a:defRPr sz="2025" b="0">
                <a:solidFill>
                  <a:srgbClr val="233E35"/>
                </a:solidFill>
                <a:latin typeface="Arial"/>
                <a:ea typeface="Arial"/>
                <a:cs typeface="Arial"/>
              </a:defRPr>
            </a:lvl1pPr>
            <a:lvl2pPr>
              <a:defRPr sz="2025" b="0">
                <a:solidFill>
                  <a:srgbClr val="233E35"/>
                </a:solidFill>
                <a:latin typeface="Arial"/>
                <a:ea typeface="Arial"/>
                <a:cs typeface="Arial"/>
              </a:defRPr>
            </a:lvl2pPr>
            <a:lvl3pPr>
              <a:defRPr sz="2025" b="0">
                <a:solidFill>
                  <a:srgbClr val="233E35"/>
                </a:solidFill>
                <a:latin typeface="Arial"/>
                <a:ea typeface="Arial"/>
                <a:cs typeface="Arial"/>
              </a:defRPr>
            </a:lvl3pPr>
            <a:lvl4pPr>
              <a:defRPr sz="2025" b="0">
                <a:solidFill>
                  <a:srgbClr val="233E35"/>
                </a:solidFill>
                <a:latin typeface="Arial"/>
                <a:ea typeface="Arial"/>
                <a:cs typeface="Arial"/>
              </a:defRPr>
            </a:lvl4pPr>
            <a:lvl5pPr>
              <a:defRPr sz="2025" b="0">
                <a:solidFill>
                  <a:srgbClr val="233E35"/>
                </a:solidFill>
                <a:latin typeface="Arial"/>
                <a:ea typeface="Arial"/>
                <a:cs typeface="Arial"/>
              </a:defRPr>
            </a:lvl5pPr>
            <a:lvl6pPr>
              <a:defRPr sz="2025" b="0">
                <a:solidFill>
                  <a:srgbClr val="233E35"/>
                </a:solidFill>
                <a:latin typeface="Arial"/>
                <a:ea typeface="Arial"/>
                <a:cs typeface="Arial"/>
              </a:defRPr>
            </a:lvl6pPr>
            <a:lvl7pPr>
              <a:defRPr sz="2025" b="0">
                <a:solidFill>
                  <a:srgbClr val="233E35"/>
                </a:solidFill>
                <a:latin typeface="Arial"/>
                <a:ea typeface="Arial"/>
                <a:cs typeface="Arial"/>
              </a:defRPr>
            </a:lvl7pPr>
            <a:lvl8pPr>
              <a:defRPr sz="2025" b="0">
                <a:solidFill>
                  <a:srgbClr val="233E35"/>
                </a:solidFill>
                <a:latin typeface="Arial"/>
                <a:ea typeface="Arial"/>
                <a:cs typeface="Arial"/>
              </a:defRPr>
            </a:lvl8pPr>
            <a:lvl9pPr>
              <a:defRPr sz="2025" b="0">
                <a:solidFill>
                  <a:srgbClr val="233E35"/>
                </a:solidFill>
                <a:latin typeface="Arial"/>
                <a:ea typeface="Arial"/>
                <a:cs typeface="Arial"/>
              </a:defRPr>
            </a:lvl9pPr>
          </a:lstStyle>
          <a:p xmlns:a="http://schemas.openxmlformats.org/drawingml/2006/main">
            <a:pPr>
              <a:defRPr sz="2025" b="0">
                <a:solidFill>
                  <a:srgbClr val="233E35"/>
                </a:solidFill>
                <a:latin typeface="Arial"/>
                <a:ea typeface="Arial"/>
                <a:cs typeface="Arial"/>
              </a:defRPr>
            </a:pPr>
            <a:r>
              <a:rPr sz="2025" b="0">
                <a:solidFill>
                  <a:srgbClr val="233E35"/>
                </a:solidFill>
                <a:latin typeface="Arial"/>
                <a:ea typeface="Arial"/>
                <a:cs typeface="Arial"/>
              </a:rPr>
              <a:t>Explain the task implication</a:t>
            </a:r>
          </a:p>
        </p:txBody>
      </p:sp>
      <p:sp>
        <p:nvSpPr>
          <p:cNvPr id="8" name="3">
            <a:extLst xmlns:a="http://schemas.openxmlformats.org/drawingml/2006/main">
              <a:ext uri="{FF2B5EF4-FFF2-40B4-BE49-F238E27FC236}">
                <a16:creationId xmlns:a16="http://schemas.microsoft.com/office/drawing/2014/main" id="{50F852D0-A53D-4BED-8D34-39B649826F8B}"/>
              </a:ext>
            </a:extLst>
          </p:cNvPr>
          <p:cNvSpPr>
            <a:spLocks xmlns:a="http://schemas.openxmlformats.org/drawingml/2006/main" noGrp="1"/>
          </p:cNvSpPr>
          <p:nvPr/>
        </p:nvSpPr>
        <p:spPr>
          <a:xfrm xmlns:a="http://schemas.openxmlformats.org/drawingml/2006/main">
            <a:off x="609600" y="33623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86643"/>
                </a:solidFill>
                <a:latin typeface="Arial"/>
                <a:ea typeface="Arial"/>
                <a:cs typeface="Arial"/>
              </a:defRPr>
            </a:defPPr>
            <a:lvl1pPr>
              <a:defRPr sz="2850" b="1">
                <a:solidFill>
                  <a:srgbClr val="A86643"/>
                </a:solidFill>
                <a:latin typeface="Arial"/>
                <a:ea typeface="Arial"/>
                <a:cs typeface="Arial"/>
              </a:defRPr>
            </a:lvl1pPr>
            <a:lvl2pPr>
              <a:defRPr sz="2850" b="1">
                <a:solidFill>
                  <a:srgbClr val="A86643"/>
                </a:solidFill>
                <a:latin typeface="Arial"/>
                <a:ea typeface="Arial"/>
                <a:cs typeface="Arial"/>
              </a:defRPr>
            </a:lvl2pPr>
            <a:lvl3pPr>
              <a:defRPr sz="2850" b="1">
                <a:solidFill>
                  <a:srgbClr val="A86643"/>
                </a:solidFill>
                <a:latin typeface="Arial"/>
                <a:ea typeface="Arial"/>
                <a:cs typeface="Arial"/>
              </a:defRPr>
            </a:lvl3pPr>
            <a:lvl4pPr>
              <a:defRPr sz="2850" b="1">
                <a:solidFill>
                  <a:srgbClr val="A86643"/>
                </a:solidFill>
                <a:latin typeface="Arial"/>
                <a:ea typeface="Arial"/>
                <a:cs typeface="Arial"/>
              </a:defRPr>
            </a:lvl4pPr>
            <a:lvl5pPr>
              <a:defRPr sz="2850" b="1">
                <a:solidFill>
                  <a:srgbClr val="A86643"/>
                </a:solidFill>
                <a:latin typeface="Arial"/>
                <a:ea typeface="Arial"/>
                <a:cs typeface="Arial"/>
              </a:defRPr>
            </a:lvl5pPr>
            <a:lvl6pPr>
              <a:defRPr sz="2850" b="1">
                <a:solidFill>
                  <a:srgbClr val="A86643"/>
                </a:solidFill>
                <a:latin typeface="Arial"/>
                <a:ea typeface="Arial"/>
                <a:cs typeface="Arial"/>
              </a:defRPr>
            </a:lvl6pPr>
            <a:lvl7pPr>
              <a:defRPr sz="2850" b="1">
                <a:solidFill>
                  <a:srgbClr val="A86643"/>
                </a:solidFill>
                <a:latin typeface="Arial"/>
                <a:ea typeface="Arial"/>
                <a:cs typeface="Arial"/>
              </a:defRPr>
            </a:lvl7pPr>
            <a:lvl8pPr>
              <a:defRPr sz="2850" b="1">
                <a:solidFill>
                  <a:srgbClr val="A86643"/>
                </a:solidFill>
                <a:latin typeface="Arial"/>
                <a:ea typeface="Arial"/>
                <a:cs typeface="Arial"/>
              </a:defRPr>
            </a:lvl8pPr>
            <a:lvl9pPr>
              <a:defRPr sz="2850" b="1">
                <a:solidFill>
                  <a:srgbClr val="A86643"/>
                </a:solidFill>
                <a:latin typeface="Arial"/>
                <a:ea typeface="Arial"/>
                <a:cs typeface="Arial"/>
              </a:defRPr>
            </a:lvl9pPr>
          </a:lstStyle>
          <a:p xmlns:a="http://schemas.openxmlformats.org/drawingml/2006/main">
            <a:pPr>
              <a:defRPr sz="2850" b="1">
                <a:solidFill>
                  <a:srgbClr val="A86643"/>
                </a:solidFill>
                <a:latin typeface="Arial"/>
                <a:ea typeface="Arial"/>
                <a:cs typeface="Arial"/>
              </a:defRPr>
            </a:pPr>
            <a:r>
              <a:rPr sz="2850" b="1">
                <a:solidFill>
                  <a:srgbClr val="A86643"/>
                </a:solidFill>
                <a:latin typeface="Arial"/>
                <a:ea typeface="Arial"/>
                <a:cs typeface="Arial"/>
              </a:rPr>
              <a:t>3</a:t>
            </a:r>
          </a:p>
        </p:txBody>
      </p:sp>
      <p:sp>
        <p:nvSpPr>
          <p:cNvPr id="9" name="Choose the affected role">
            <a:extLst xmlns:a="http://schemas.openxmlformats.org/drawingml/2006/main">
              <a:ext uri="{FF2B5EF4-FFF2-40B4-BE49-F238E27FC236}">
                <a16:creationId xmlns:a16="http://schemas.microsoft.com/office/drawing/2014/main" id="{E384DBB3-46F5-46A5-B3F0-4EFEFAE5AAF0}"/>
              </a:ext>
            </a:extLst>
          </p:cNvPr>
          <p:cNvSpPr>
            <a:spLocks xmlns:a="http://schemas.openxmlformats.org/drawingml/2006/main" noGrp="1"/>
          </p:cNvSpPr>
          <p:nvPr/>
        </p:nvSpPr>
        <p:spPr>
          <a:xfrm xmlns:a="http://schemas.openxmlformats.org/drawingml/2006/main">
            <a:off x="1162050" y="34290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33E35"/>
                </a:solidFill>
                <a:latin typeface="Arial"/>
                <a:ea typeface="Arial"/>
                <a:cs typeface="Arial"/>
              </a:defRPr>
            </a:defPPr>
            <a:lvl1pPr>
              <a:defRPr sz="2025" b="0">
                <a:solidFill>
                  <a:srgbClr val="233E35"/>
                </a:solidFill>
                <a:latin typeface="Arial"/>
                <a:ea typeface="Arial"/>
                <a:cs typeface="Arial"/>
              </a:defRPr>
            </a:lvl1pPr>
            <a:lvl2pPr>
              <a:defRPr sz="2025" b="0">
                <a:solidFill>
                  <a:srgbClr val="233E35"/>
                </a:solidFill>
                <a:latin typeface="Arial"/>
                <a:ea typeface="Arial"/>
                <a:cs typeface="Arial"/>
              </a:defRPr>
            </a:lvl2pPr>
            <a:lvl3pPr>
              <a:defRPr sz="2025" b="0">
                <a:solidFill>
                  <a:srgbClr val="233E35"/>
                </a:solidFill>
                <a:latin typeface="Arial"/>
                <a:ea typeface="Arial"/>
                <a:cs typeface="Arial"/>
              </a:defRPr>
            </a:lvl3pPr>
            <a:lvl4pPr>
              <a:defRPr sz="2025" b="0">
                <a:solidFill>
                  <a:srgbClr val="233E35"/>
                </a:solidFill>
                <a:latin typeface="Arial"/>
                <a:ea typeface="Arial"/>
                <a:cs typeface="Arial"/>
              </a:defRPr>
            </a:lvl4pPr>
            <a:lvl5pPr>
              <a:defRPr sz="2025" b="0">
                <a:solidFill>
                  <a:srgbClr val="233E35"/>
                </a:solidFill>
                <a:latin typeface="Arial"/>
                <a:ea typeface="Arial"/>
                <a:cs typeface="Arial"/>
              </a:defRPr>
            </a:lvl5pPr>
            <a:lvl6pPr>
              <a:defRPr sz="2025" b="0">
                <a:solidFill>
                  <a:srgbClr val="233E35"/>
                </a:solidFill>
                <a:latin typeface="Arial"/>
                <a:ea typeface="Arial"/>
                <a:cs typeface="Arial"/>
              </a:defRPr>
            </a:lvl6pPr>
            <a:lvl7pPr>
              <a:defRPr sz="2025" b="0">
                <a:solidFill>
                  <a:srgbClr val="233E35"/>
                </a:solidFill>
                <a:latin typeface="Arial"/>
                <a:ea typeface="Arial"/>
                <a:cs typeface="Arial"/>
              </a:defRPr>
            </a:lvl7pPr>
            <a:lvl8pPr>
              <a:defRPr sz="2025" b="0">
                <a:solidFill>
                  <a:srgbClr val="233E35"/>
                </a:solidFill>
                <a:latin typeface="Arial"/>
                <a:ea typeface="Arial"/>
                <a:cs typeface="Arial"/>
              </a:defRPr>
            </a:lvl8pPr>
            <a:lvl9pPr>
              <a:defRPr sz="2025" b="0">
                <a:solidFill>
                  <a:srgbClr val="233E35"/>
                </a:solidFill>
                <a:latin typeface="Arial"/>
                <a:ea typeface="Arial"/>
                <a:cs typeface="Arial"/>
              </a:defRPr>
            </a:lvl9pPr>
          </a:lstStyle>
          <a:p xmlns:a="http://schemas.openxmlformats.org/drawingml/2006/main">
            <a:pPr>
              <a:defRPr sz="2025" b="0">
                <a:solidFill>
                  <a:srgbClr val="233E35"/>
                </a:solidFill>
                <a:latin typeface="Arial"/>
                <a:ea typeface="Arial"/>
                <a:cs typeface="Arial"/>
              </a:defRPr>
            </a:pPr>
            <a:r>
              <a:rPr sz="2025" b="0">
                <a:solidFill>
                  <a:srgbClr val="233E35"/>
                </a:solidFill>
                <a:latin typeface="Arial"/>
                <a:ea typeface="Arial"/>
                <a:cs typeface="Arial"/>
              </a:rPr>
              <a:t>Choose the affected role</a:t>
            </a:r>
          </a:p>
        </p:txBody>
      </p:sp>
      <p:sp>
        <p:nvSpPr>
          <p:cNvPr id="10" name="4">
            <a:extLst xmlns:a="http://schemas.openxmlformats.org/drawingml/2006/main">
              <a:ext uri="{FF2B5EF4-FFF2-40B4-BE49-F238E27FC236}">
                <a16:creationId xmlns:a16="http://schemas.microsoft.com/office/drawing/2014/main" id="{EDDB1C7F-F9E8-4974-A564-C9C31FD13F32}"/>
              </a:ext>
            </a:extLst>
          </p:cNvPr>
          <p:cNvSpPr>
            <a:spLocks xmlns:a="http://schemas.openxmlformats.org/drawingml/2006/main" noGrp="1"/>
          </p:cNvSpPr>
          <p:nvPr/>
        </p:nvSpPr>
        <p:spPr>
          <a:xfrm xmlns:a="http://schemas.openxmlformats.org/drawingml/2006/main">
            <a:off x="609600" y="41338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86643"/>
                </a:solidFill>
                <a:latin typeface="Arial"/>
                <a:ea typeface="Arial"/>
                <a:cs typeface="Arial"/>
              </a:defRPr>
            </a:defPPr>
            <a:lvl1pPr>
              <a:defRPr sz="2850" b="1">
                <a:solidFill>
                  <a:srgbClr val="A86643"/>
                </a:solidFill>
                <a:latin typeface="Arial"/>
                <a:ea typeface="Arial"/>
                <a:cs typeface="Arial"/>
              </a:defRPr>
            </a:lvl1pPr>
            <a:lvl2pPr>
              <a:defRPr sz="2850" b="1">
                <a:solidFill>
                  <a:srgbClr val="A86643"/>
                </a:solidFill>
                <a:latin typeface="Arial"/>
                <a:ea typeface="Arial"/>
                <a:cs typeface="Arial"/>
              </a:defRPr>
            </a:lvl2pPr>
            <a:lvl3pPr>
              <a:defRPr sz="2850" b="1">
                <a:solidFill>
                  <a:srgbClr val="A86643"/>
                </a:solidFill>
                <a:latin typeface="Arial"/>
                <a:ea typeface="Arial"/>
                <a:cs typeface="Arial"/>
              </a:defRPr>
            </a:lvl3pPr>
            <a:lvl4pPr>
              <a:defRPr sz="2850" b="1">
                <a:solidFill>
                  <a:srgbClr val="A86643"/>
                </a:solidFill>
                <a:latin typeface="Arial"/>
                <a:ea typeface="Arial"/>
                <a:cs typeface="Arial"/>
              </a:defRPr>
            </a:lvl4pPr>
            <a:lvl5pPr>
              <a:defRPr sz="2850" b="1">
                <a:solidFill>
                  <a:srgbClr val="A86643"/>
                </a:solidFill>
                <a:latin typeface="Arial"/>
                <a:ea typeface="Arial"/>
                <a:cs typeface="Arial"/>
              </a:defRPr>
            </a:lvl5pPr>
            <a:lvl6pPr>
              <a:defRPr sz="2850" b="1">
                <a:solidFill>
                  <a:srgbClr val="A86643"/>
                </a:solidFill>
                <a:latin typeface="Arial"/>
                <a:ea typeface="Arial"/>
                <a:cs typeface="Arial"/>
              </a:defRPr>
            </a:lvl6pPr>
            <a:lvl7pPr>
              <a:defRPr sz="2850" b="1">
                <a:solidFill>
                  <a:srgbClr val="A86643"/>
                </a:solidFill>
                <a:latin typeface="Arial"/>
                <a:ea typeface="Arial"/>
                <a:cs typeface="Arial"/>
              </a:defRPr>
            </a:lvl7pPr>
            <a:lvl8pPr>
              <a:defRPr sz="2850" b="1">
                <a:solidFill>
                  <a:srgbClr val="A86643"/>
                </a:solidFill>
                <a:latin typeface="Arial"/>
                <a:ea typeface="Arial"/>
                <a:cs typeface="Arial"/>
              </a:defRPr>
            </a:lvl8pPr>
            <a:lvl9pPr>
              <a:defRPr sz="2850" b="1">
                <a:solidFill>
                  <a:srgbClr val="A86643"/>
                </a:solidFill>
                <a:latin typeface="Arial"/>
                <a:ea typeface="Arial"/>
                <a:cs typeface="Arial"/>
              </a:defRPr>
            </a:lvl9pPr>
          </a:lstStyle>
          <a:p xmlns:a="http://schemas.openxmlformats.org/drawingml/2006/main">
            <a:pPr>
              <a:defRPr sz="2850" b="1">
                <a:solidFill>
                  <a:srgbClr val="A86643"/>
                </a:solidFill>
                <a:latin typeface="Arial"/>
                <a:ea typeface="Arial"/>
                <a:cs typeface="Arial"/>
              </a:defRPr>
            </a:pPr>
            <a:r>
              <a:rPr sz="2850" b="1">
                <a:solidFill>
                  <a:srgbClr val="A86643"/>
                </a:solidFill>
                <a:latin typeface="Arial"/>
                <a:ea typeface="Arial"/>
                <a:cs typeface="Arial"/>
              </a:rPr>
              <a:t>4</a:t>
            </a:r>
          </a:p>
        </p:txBody>
      </p:sp>
      <p:sp>
        <p:nvSpPr>
          <p:cNvPr id="11" name="Approve, then publish">
            <a:extLst xmlns:a="http://schemas.openxmlformats.org/drawingml/2006/main">
              <a:ext uri="{FF2B5EF4-FFF2-40B4-BE49-F238E27FC236}">
                <a16:creationId xmlns:a16="http://schemas.microsoft.com/office/drawing/2014/main" id="{550EC6F8-9756-47C7-9784-A28793BBD486}"/>
              </a:ext>
            </a:extLst>
          </p:cNvPr>
          <p:cNvSpPr>
            <a:spLocks xmlns:a="http://schemas.openxmlformats.org/drawingml/2006/main" noGrp="1"/>
          </p:cNvSpPr>
          <p:nvPr/>
        </p:nvSpPr>
        <p:spPr>
          <a:xfrm xmlns:a="http://schemas.openxmlformats.org/drawingml/2006/main">
            <a:off x="1162050" y="4200525"/>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E35"/>
                </a:solidFill>
                <a:latin typeface="Arial"/>
                <a:ea typeface="Arial"/>
                <a:cs typeface="Arial"/>
              </a:defRPr>
            </a:defPPr>
            <a:lvl1pPr>
              <a:defRPr sz="2025" b="1">
                <a:solidFill>
                  <a:srgbClr val="233E35"/>
                </a:solidFill>
                <a:latin typeface="Arial"/>
                <a:ea typeface="Arial"/>
                <a:cs typeface="Arial"/>
              </a:defRPr>
            </a:lvl1pPr>
            <a:lvl2pPr>
              <a:defRPr sz="2025" b="1">
                <a:solidFill>
                  <a:srgbClr val="233E35"/>
                </a:solidFill>
                <a:latin typeface="Arial"/>
                <a:ea typeface="Arial"/>
                <a:cs typeface="Arial"/>
              </a:defRPr>
            </a:lvl2pPr>
            <a:lvl3pPr>
              <a:defRPr sz="2025" b="1">
                <a:solidFill>
                  <a:srgbClr val="233E35"/>
                </a:solidFill>
                <a:latin typeface="Arial"/>
                <a:ea typeface="Arial"/>
                <a:cs typeface="Arial"/>
              </a:defRPr>
            </a:lvl3pPr>
            <a:lvl4pPr>
              <a:defRPr sz="2025" b="1">
                <a:solidFill>
                  <a:srgbClr val="233E35"/>
                </a:solidFill>
                <a:latin typeface="Arial"/>
                <a:ea typeface="Arial"/>
                <a:cs typeface="Arial"/>
              </a:defRPr>
            </a:lvl4pPr>
            <a:lvl5pPr>
              <a:defRPr sz="2025" b="1">
                <a:solidFill>
                  <a:srgbClr val="233E35"/>
                </a:solidFill>
                <a:latin typeface="Arial"/>
                <a:ea typeface="Arial"/>
                <a:cs typeface="Arial"/>
              </a:defRPr>
            </a:lvl5pPr>
            <a:lvl6pPr>
              <a:defRPr sz="2025" b="1">
                <a:solidFill>
                  <a:srgbClr val="233E35"/>
                </a:solidFill>
                <a:latin typeface="Arial"/>
                <a:ea typeface="Arial"/>
                <a:cs typeface="Arial"/>
              </a:defRPr>
            </a:lvl6pPr>
            <a:lvl7pPr>
              <a:defRPr sz="2025" b="1">
                <a:solidFill>
                  <a:srgbClr val="233E35"/>
                </a:solidFill>
                <a:latin typeface="Arial"/>
                <a:ea typeface="Arial"/>
                <a:cs typeface="Arial"/>
              </a:defRPr>
            </a:lvl7pPr>
            <a:lvl8pPr>
              <a:defRPr sz="2025" b="1">
                <a:solidFill>
                  <a:srgbClr val="233E35"/>
                </a:solidFill>
                <a:latin typeface="Arial"/>
                <a:ea typeface="Arial"/>
                <a:cs typeface="Arial"/>
              </a:defRPr>
            </a:lvl8pPr>
            <a:lvl9pPr>
              <a:defRPr sz="2025" b="1">
                <a:solidFill>
                  <a:srgbClr val="233E35"/>
                </a:solidFill>
                <a:latin typeface="Arial"/>
                <a:ea typeface="Arial"/>
                <a:cs typeface="Arial"/>
              </a:defRPr>
            </a:lvl9pPr>
          </a:lstStyle>
          <a:p xmlns:a="http://schemas.openxmlformats.org/drawingml/2006/main">
            <a:pPr>
              <a:defRPr sz="2025" b="1">
                <a:solidFill>
                  <a:srgbClr val="233E35"/>
                </a:solidFill>
                <a:latin typeface="Arial"/>
                <a:ea typeface="Arial"/>
                <a:cs typeface="Arial"/>
              </a:defRPr>
            </a:pPr>
            <a:r>
              <a:rPr sz="2025" b="1">
                <a:solidFill>
                  <a:srgbClr val="233E35"/>
                </a:solidFill>
                <a:latin typeface="Arial"/>
                <a:ea typeface="Arial"/>
                <a:cs typeface="Arial"/>
              </a:rPr>
              <a:t>Approve, then publish</a:t>
            </a:r>
          </a:p>
        </p:txBody>
      </p:sp>
      <p:pic>
        <p:nvPicPr>
          <p:cNvPr id="12" name="">
            <a:extLst xmlns:a="http://schemas.openxmlformats.org/drawingml/2006/main">
              <a:ext uri="{FF2B5EF4-FFF2-40B4-BE49-F238E27FC236}">
                <a16:creationId xmlns:a16="http://schemas.microsoft.com/office/drawing/2014/main" id="{B6541360-E993-4A92-8705-505E842928DF}"/>
              </a:ext>
            </a:extLst>
          </p:cNvPr>
          <p:cNvPicPr>
            <a:picLocks xmlns:a="http://schemas.openxmlformats.org/drawingml/2006/main" noChangeAspect="1"/>
          </p:cNvPicPr>
          <p:nvPr/>
        </p:nvPicPr>
        <p:blipFill>
          <a:blip xmlns:r="http://schemas.openxmlformats.org/officeDocument/2006/relationships" xmlns:a="http://schemas.openxmlformats.org/drawingml/2006/main" r:embed="Rb80b3453335d4553"/>
          <a:stretch xmlns:a="http://schemas.openxmlformats.org/drawingml/2006/main"/>
        </p:blipFill>
        <p:spPr>
          <a:xfrm xmlns:a="http://schemas.openxmlformats.org/drawingml/2006/main">
            <a:off x="5165213" y="1657350"/>
            <a:ext cx="6166875" cy="4333875"/>
          </a:xfrm>
          <a:prstGeom xmlns:a="http://schemas.openxmlformats.org/drawingml/2006/main" prst="rect">
            <a:avLst/>
          </a:prstGeom>
        </p:spPr>
      </p:pic>
      <p:sp>
        <p:nvSpPr>
          <p:cNvPr id="13" name="Weak evidence leaves the accepted p">
            <a:extLst xmlns:a="http://schemas.openxmlformats.org/drawingml/2006/main">
              <a:ext uri="{FF2B5EF4-FFF2-40B4-BE49-F238E27FC236}">
                <a16:creationId xmlns:a16="http://schemas.microsoft.com/office/drawing/2014/main" id="{FC4A1E55-1789-4556-B307-C04A5C8CB366}"/>
              </a:ext>
            </a:extLst>
          </p:cNvPr>
          <p:cNvSpPr>
            <a:spLocks xmlns:a="http://schemas.openxmlformats.org/drawingml/2006/main" noGrp="1"/>
          </p:cNvSpPr>
          <p:nvPr/>
        </p:nvSpPr>
        <p:spPr>
          <a:xfrm xmlns:a="http://schemas.openxmlformats.org/drawingml/2006/main">
            <a:off x="609600" y="57531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7468"/>
                </a:solidFill>
                <a:latin typeface="Arial"/>
                <a:ea typeface="Arial"/>
                <a:cs typeface="Arial"/>
              </a:defRPr>
            </a:defPPr>
            <a:lvl1pPr>
              <a:defRPr sz="1725" b="0">
                <a:solidFill>
                  <a:srgbClr val="647468"/>
                </a:solidFill>
                <a:latin typeface="Arial"/>
                <a:ea typeface="Arial"/>
                <a:cs typeface="Arial"/>
              </a:defRPr>
            </a:lvl1pPr>
            <a:lvl2pPr>
              <a:defRPr sz="1725" b="0">
                <a:solidFill>
                  <a:srgbClr val="647468"/>
                </a:solidFill>
                <a:latin typeface="Arial"/>
                <a:ea typeface="Arial"/>
                <a:cs typeface="Arial"/>
              </a:defRPr>
            </a:lvl2pPr>
            <a:lvl3pPr>
              <a:defRPr sz="1725" b="0">
                <a:solidFill>
                  <a:srgbClr val="647468"/>
                </a:solidFill>
                <a:latin typeface="Arial"/>
                <a:ea typeface="Arial"/>
                <a:cs typeface="Arial"/>
              </a:defRPr>
            </a:lvl3pPr>
            <a:lvl4pPr>
              <a:defRPr sz="1725" b="0">
                <a:solidFill>
                  <a:srgbClr val="647468"/>
                </a:solidFill>
                <a:latin typeface="Arial"/>
                <a:ea typeface="Arial"/>
                <a:cs typeface="Arial"/>
              </a:defRPr>
            </a:lvl4pPr>
            <a:lvl5pPr>
              <a:defRPr sz="1725" b="0">
                <a:solidFill>
                  <a:srgbClr val="647468"/>
                </a:solidFill>
                <a:latin typeface="Arial"/>
                <a:ea typeface="Arial"/>
                <a:cs typeface="Arial"/>
              </a:defRPr>
            </a:lvl5pPr>
            <a:lvl6pPr>
              <a:defRPr sz="1725" b="0">
                <a:solidFill>
                  <a:srgbClr val="647468"/>
                </a:solidFill>
                <a:latin typeface="Arial"/>
                <a:ea typeface="Arial"/>
                <a:cs typeface="Arial"/>
              </a:defRPr>
            </a:lvl6pPr>
            <a:lvl7pPr>
              <a:defRPr sz="1725" b="0">
                <a:solidFill>
                  <a:srgbClr val="647468"/>
                </a:solidFill>
                <a:latin typeface="Arial"/>
                <a:ea typeface="Arial"/>
                <a:cs typeface="Arial"/>
              </a:defRPr>
            </a:lvl7pPr>
            <a:lvl8pPr>
              <a:defRPr sz="1725" b="0">
                <a:solidFill>
                  <a:srgbClr val="647468"/>
                </a:solidFill>
                <a:latin typeface="Arial"/>
                <a:ea typeface="Arial"/>
                <a:cs typeface="Arial"/>
              </a:defRPr>
            </a:lvl8pPr>
            <a:lvl9pPr>
              <a:defRPr sz="1725" b="0">
                <a:solidFill>
                  <a:srgbClr val="647468"/>
                </a:solidFill>
                <a:latin typeface="Arial"/>
                <a:ea typeface="Arial"/>
                <a:cs typeface="Arial"/>
              </a:defRPr>
            </a:lvl9pPr>
          </a:lstStyle>
          <a:p xmlns:a="http://schemas.openxmlformats.org/drawingml/2006/main">
            <a:pPr>
              <a:defRPr sz="1725" b="0">
                <a:solidFill>
                  <a:srgbClr val="647468"/>
                </a:solidFill>
                <a:latin typeface="Arial"/>
                <a:ea typeface="Arial"/>
                <a:cs typeface="Arial"/>
              </a:defRPr>
            </a:pPr>
            <a:r>
              <a:rPr sz="1725" b="0">
                <a:solidFill>
                  <a:srgbClr val="647468"/>
                </a:solidFill>
                <a:latin typeface="Arial"/>
                <a:ea typeface="Arial"/>
                <a:cs typeface="Arial"/>
              </a:rPr>
              <a:t>Weak evidence leaves the accepted plan intact.</a:t>
            </a:r>
          </a:p>
        </p:txBody>
      </p:sp>
    </p:spTree>
    <p:extLst>
      <p:ext uri="{BB962C8B-B14F-4D97-AF65-F5344CB8AC3E}">
        <p14:creationId xmlns:p14="http://schemas.microsoft.com/office/powerpoint/2010/main" val="150290938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7C1DB16-2D59-4B1E-9814-0B594B9A7392}"/>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The next learning action changes</a:t>
            </a:r>
          </a:p>
        </p:txBody>
      </p:sp>
      <p:sp>
        <p:nvSpPr>
          <p:cNvPr id="2" name="ShiftBridge / Console">
            <a:extLst xmlns:a="http://schemas.openxmlformats.org/drawingml/2006/main">
              <a:ext uri="{FF2B5EF4-FFF2-40B4-BE49-F238E27FC236}">
                <a16:creationId xmlns:a16="http://schemas.microsoft.com/office/drawing/2014/main" id="{5FC84957-4E4D-4365-8032-78CFD0D7E684}"/>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5 / 08">
            <a:extLst xmlns:a="http://schemas.openxmlformats.org/drawingml/2006/main">
              <a:ext uri="{FF2B5EF4-FFF2-40B4-BE49-F238E27FC236}">
                <a16:creationId xmlns:a16="http://schemas.microsoft.com/office/drawing/2014/main" id="{60F69EA3-F15F-4ED2-918E-148EFDDC19BA}"/>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05 / 08</a:t>
            </a:r>
          </a:p>
        </p:txBody>
      </p:sp>
      <p:sp>
        <p:nvSpPr>
          <p:cNvPr id="4" name="Constructed Farid case, with the sa">
            <a:extLst xmlns:a="http://schemas.openxmlformats.org/drawingml/2006/main">
              <a:ext uri="{FF2B5EF4-FFF2-40B4-BE49-F238E27FC236}">
                <a16:creationId xmlns:a16="http://schemas.microsoft.com/office/drawing/2014/main" id="{ED51CA15-120E-4056-B793-48626F553168}"/>
              </a:ext>
            </a:extLst>
          </p:cNvPr>
          <p:cNvSpPr>
            <a:spLocks xmlns:a="http://schemas.openxmlformats.org/drawingml/2006/main" noGrp="1"/>
          </p:cNvSpPr>
          <p:nvPr/>
        </p:nvSpPr>
        <p:spPr>
          <a:xfrm xmlns:a="http://schemas.openxmlformats.org/drawingml/2006/main">
            <a:off x="609600" y="12382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47468"/>
                </a:solidFill>
                <a:latin typeface="Arial"/>
                <a:ea typeface="Arial"/>
                <a:cs typeface="Arial"/>
              </a:defRPr>
            </a:defPPr>
            <a:lvl1pPr>
              <a:defRPr sz="1800" b="0">
                <a:solidFill>
                  <a:srgbClr val="647468"/>
                </a:solidFill>
                <a:latin typeface="Arial"/>
                <a:ea typeface="Arial"/>
                <a:cs typeface="Arial"/>
              </a:defRPr>
            </a:lvl1pPr>
            <a:lvl2pPr>
              <a:defRPr sz="1800" b="0">
                <a:solidFill>
                  <a:srgbClr val="647468"/>
                </a:solidFill>
                <a:latin typeface="Arial"/>
                <a:ea typeface="Arial"/>
                <a:cs typeface="Arial"/>
              </a:defRPr>
            </a:lvl2pPr>
            <a:lvl3pPr>
              <a:defRPr sz="1800" b="0">
                <a:solidFill>
                  <a:srgbClr val="647468"/>
                </a:solidFill>
                <a:latin typeface="Arial"/>
                <a:ea typeface="Arial"/>
                <a:cs typeface="Arial"/>
              </a:defRPr>
            </a:lvl3pPr>
            <a:lvl4pPr>
              <a:defRPr sz="1800" b="0">
                <a:solidFill>
                  <a:srgbClr val="647468"/>
                </a:solidFill>
                <a:latin typeface="Arial"/>
                <a:ea typeface="Arial"/>
                <a:cs typeface="Arial"/>
              </a:defRPr>
            </a:lvl4pPr>
            <a:lvl5pPr>
              <a:defRPr sz="1800" b="0">
                <a:solidFill>
                  <a:srgbClr val="647468"/>
                </a:solidFill>
                <a:latin typeface="Arial"/>
                <a:ea typeface="Arial"/>
                <a:cs typeface="Arial"/>
              </a:defRPr>
            </a:lvl5pPr>
            <a:lvl6pPr>
              <a:defRPr sz="1800" b="0">
                <a:solidFill>
                  <a:srgbClr val="647468"/>
                </a:solidFill>
                <a:latin typeface="Arial"/>
                <a:ea typeface="Arial"/>
                <a:cs typeface="Arial"/>
              </a:defRPr>
            </a:lvl6pPr>
            <a:lvl7pPr>
              <a:defRPr sz="1800" b="0">
                <a:solidFill>
                  <a:srgbClr val="647468"/>
                </a:solidFill>
                <a:latin typeface="Arial"/>
                <a:ea typeface="Arial"/>
                <a:cs typeface="Arial"/>
              </a:defRPr>
            </a:lvl7pPr>
            <a:lvl8pPr>
              <a:defRPr sz="1800" b="0">
                <a:solidFill>
                  <a:srgbClr val="647468"/>
                </a:solidFill>
                <a:latin typeface="Arial"/>
                <a:ea typeface="Arial"/>
                <a:cs typeface="Arial"/>
              </a:defRPr>
            </a:lvl8pPr>
            <a:lvl9pPr>
              <a:defRPr sz="1800" b="0">
                <a:solidFill>
                  <a:srgbClr val="647468"/>
                </a:solidFill>
                <a:latin typeface="Arial"/>
                <a:ea typeface="Arial"/>
                <a:cs typeface="Arial"/>
              </a:defRPr>
            </a:lvl9pPr>
          </a:lstStyle>
          <a:p xmlns:a="http://schemas.openxmlformats.org/drawingml/2006/main">
            <a:pPr>
              <a:defRPr sz="1800" b="0">
                <a:solidFill>
                  <a:srgbClr val="647468"/>
                </a:solidFill>
                <a:latin typeface="Arial"/>
                <a:ea typeface="Arial"/>
                <a:cs typeface="Arial"/>
              </a:defRPr>
            </a:pPr>
            <a:r>
              <a:rPr sz="1800" b="0">
                <a:solidFill>
                  <a:srgbClr val="647468"/>
                </a:solidFill>
                <a:latin typeface="Arial"/>
                <a:ea typeface="Arial"/>
                <a:cs typeface="Arial"/>
              </a:rPr>
              <a:t>Constructed Farid case, with the same profile and study allowance</a:t>
            </a:r>
          </a:p>
        </p:txBody>
      </p:sp>
      <p:graphicFrame>
        <p:nvGraphicFramePr>
          <p:cNvPr id="5" name="">
            <a:extLst xmlns:a="http://schemas.openxmlformats.org/drawingml/2006/main">
              <a:ext uri="{FF2B5EF4-FFF2-40B4-BE49-F238E27FC236}">
                <a16:creationId xmlns:a16="http://schemas.microsoft.com/office/drawing/2014/main" id="{8DDE1304-AFD4-4387-B4F2-FF54290A4BFA}"/>
              </a:ext>
            </a:extLst>
          </p:cNvPr>
          <p:cNvGraphicFramePr/>
          <p:nvPr/>
        </p:nvGraphicFramePr>
        <p:xfrm>
          <a:off xmlns:a="http://schemas.openxmlformats.org/drawingml/2006/main" x="609600" y="1781175"/>
          <a:ext xmlns:a="http://schemas.openxmlformats.org/drawingml/2006/main" cx="10972800" cy="2381250"/>
        </p:xfrm>
        <a:graphic xmlns:a="http://schemas.openxmlformats.org/drawingml/2006/main">
          <a:graphicData uri="http://schemas.openxmlformats.org/drawingml/2006/table">
            <a:tbl>
              <a:tblPr firstRow="1" bandRow="0"/>
              <a:tblGrid>
                <a:gridCol w="5486400"/>
                <a:gridCol w="5486400"/>
              </a:tblGrid>
              <a:tr h="476250">
                <a:tc>
                  <a:txBody>
                    <a:bodyPr lIns="152400" tIns="76200" rIns="114300" bIns="76200">
                      <a:noAutofit/>
                    </a:bodyPr>
                    <a:lstStyle/>
                    <a:p>
                      <a:r>
                        <a:rPr sz="1875" b="1">
                          <a:solidFill>
                            <a:srgbClr val="FFFFFF"/>
                          </a:solidFill>
                          <a:latin typeface="Arial"/>
                          <a:ea typeface="Arial"/>
                          <a:cs typeface="Arial"/>
                        </a:rPr>
                        <a:t>Before publication</a:t>
                      </a:r>
                    </a:p>
                  </a:txBody>
                  <a:tcPr marL="91440" marR="91440" marT="45720" marB="45720" anchor="ctr">
                    <a:lnL w="9525">
                      <a:solidFill>
                        <a:srgbClr val="D9DFD1"/>
                      </a:solidFill>
                      <a:prstDash val="solid"/>
                    </a:lnL>
                    <a:lnR w="9525">
                      <a:solidFill>
                        <a:srgbClr val="D9DFD1"/>
                      </a:solidFill>
                      <a:prstDash val="solid"/>
                    </a:lnR>
                    <a:lnT w="9525">
                      <a:solidFill>
                        <a:srgbClr val="D9DFD1"/>
                      </a:solidFill>
                      <a:prstDash val="solid"/>
                    </a:lnT>
                    <a:lnB w="9525">
                      <a:solidFill>
                        <a:srgbClr val="D9DFD1"/>
                      </a:solidFill>
                      <a:prstDash val="solid"/>
                    </a:lnB>
                    <a:solidFill>
                      <a:srgbClr val="193F35"/>
                    </a:solidFill>
                  </a:tcPr>
                </a:tc>
                <a:tc>
                  <a:txBody>
                    <a:bodyPr lIns="152400" tIns="76200" rIns="114300" bIns="76200">
                      <a:noAutofit/>
                    </a:bodyPr>
                    <a:lstStyle/>
                    <a:p>
                      <a:r>
                        <a:rPr sz="1875" b="1">
                          <a:solidFill>
                            <a:srgbClr val="FFFFFF"/>
                          </a:solidFill>
                          <a:latin typeface="Arial"/>
                          <a:ea typeface="Arial"/>
                          <a:cs typeface="Arial"/>
                        </a:rPr>
                        <a:t>After reviewed QA update</a:t>
                      </a:r>
                    </a:p>
                  </a:txBody>
                  <a:tcPr marL="91440" marR="91440" marT="45720" marB="45720" anchor="ctr">
                    <a:lnR w="9525">
                      <a:solidFill>
                        <a:srgbClr val="D9DFD1"/>
                      </a:solidFill>
                      <a:prstDash val="solid"/>
                    </a:lnR>
                    <a:lnT w="9525">
                      <a:solidFill>
                        <a:srgbClr val="D9DFD1"/>
                      </a:solidFill>
                      <a:prstDash val="solid"/>
                    </a:lnT>
                    <a:lnB w="9525">
                      <a:solidFill>
                        <a:srgbClr val="D9DFD1"/>
                      </a:solidFill>
                      <a:prstDash val="solid"/>
                    </a:lnB>
                    <a:solidFill>
                      <a:srgbClr val="193F35"/>
                    </a:solidFill>
                  </a:tcPr>
                </a:tc>
              </a:tr>
              <a:tr h="476250">
                <a:tc>
                  <a:txBody>
                    <a:bodyPr lIns="152400" tIns="76200" rIns="114300" bIns="76200">
                      <a:noAutofit/>
                    </a:bodyPr>
                    <a:lstStyle/>
                    <a:p>
                      <a:r>
                        <a:rPr sz="1875">
                          <a:solidFill>
                            <a:srgbClr val="233E35"/>
                          </a:solidFill>
                          <a:latin typeface="Arial"/>
                          <a:ea typeface="Arial"/>
                          <a:cs typeface="Arial"/>
                        </a:rPr>
                        <a:t>1  Documentation</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1875">
                          <a:solidFill>
                            <a:srgbClr val="233E35"/>
                          </a:solidFill>
                          <a:latin typeface="Arial"/>
                          <a:ea typeface="Arial"/>
                          <a:cs typeface="Arial"/>
                        </a:rPr>
                        <a:t>1  AI-inspection literacy</a:t>
                      </a:r>
                    </a:p>
                  </a:txBody>
                  <a:tcPr marL="91440" marR="91440" marT="45720" marB="45720" anchor="ctr">
                    <a:lnR w="9525">
                      <a:solidFill>
                        <a:srgbClr val="D9DFD1"/>
                      </a:solidFill>
                      <a:prstDash val="solid"/>
                    </a:lnR>
                    <a:lnB w="9525">
                      <a:solidFill>
                        <a:srgbClr val="D9DFD1"/>
                      </a:solidFill>
                      <a:prstDash val="solid"/>
                    </a:lnB>
                    <a:solidFill>
                      <a:srgbClr val="DCE5CE"/>
                    </a:solidFill>
                  </a:tcPr>
                </a:tc>
              </a:tr>
              <a:tr h="476250">
                <a:tc>
                  <a:txBody>
                    <a:bodyPr lIns="152400" tIns="76200" rIns="114300" bIns="76200">
                      <a:noAutofit/>
                    </a:bodyPr>
                    <a:lstStyle/>
                    <a:p>
                      <a:r>
                        <a:rPr sz="1875">
                          <a:solidFill>
                            <a:srgbClr val="233E35"/>
                          </a:solidFill>
                          <a:latin typeface="Arial"/>
                          <a:ea typeface="Arial"/>
                          <a:cs typeface="Arial"/>
                        </a:rPr>
                        <a:t>2  Quality data</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1875">
                          <a:solidFill>
                            <a:srgbClr val="233E35"/>
                          </a:solidFill>
                          <a:latin typeface="Arial"/>
                          <a:ea typeface="Arial"/>
                          <a:cs typeface="Arial"/>
                        </a:rPr>
                        <a:t>2  Documentation</a:t>
                      </a:r>
                    </a:p>
                  </a:txBody>
                  <a:tcPr marL="91440" marR="91440" marT="45720" marB="45720" anchor="ctr">
                    <a:lnR w="9525">
                      <a:solidFill>
                        <a:srgbClr val="D9DFD1"/>
                      </a:solidFill>
                      <a:prstDash val="solid"/>
                    </a:lnR>
                    <a:lnB w="9525">
                      <a:solidFill>
                        <a:srgbClr val="D9DFD1"/>
                      </a:solidFill>
                      <a:prstDash val="solid"/>
                    </a:lnB>
                    <a:solidFill>
                      <a:srgbClr val="DCE5CE"/>
                    </a:solidFill>
                  </a:tcPr>
                </a:tc>
              </a:tr>
              <a:tr h="476250">
                <a:tc>
                  <a:txBody>
                    <a:bodyPr lIns="152400" tIns="76200" rIns="114300" bIns="76200">
                      <a:noAutofit/>
                    </a:bodyPr>
                    <a:lstStyle/>
                    <a:p>
                      <a:r>
                        <a:rPr sz="1875">
                          <a:solidFill>
                            <a:srgbClr val="233E35"/>
                          </a:solidFill>
                          <a:latin typeface="Arial"/>
                          <a:ea typeface="Arial"/>
                          <a:cs typeface="Arial"/>
                        </a:rPr>
                        <a:t>3  AI-inspection literacy</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1875">
                          <a:solidFill>
                            <a:srgbClr val="233E35"/>
                          </a:solidFill>
                          <a:latin typeface="Arial"/>
                          <a:ea typeface="Arial"/>
                          <a:cs typeface="Arial"/>
                        </a:rPr>
                        <a:t>3  Quality data</a:t>
                      </a:r>
                    </a:p>
                  </a:txBody>
                  <a:tcPr marL="91440" marR="91440" marT="45720" marB="45720" anchor="ctr">
                    <a:lnR w="9525">
                      <a:solidFill>
                        <a:srgbClr val="D9DFD1"/>
                      </a:solidFill>
                      <a:prstDash val="solid"/>
                    </a:lnR>
                    <a:lnB w="9525">
                      <a:solidFill>
                        <a:srgbClr val="D9DFD1"/>
                      </a:solidFill>
                      <a:prstDash val="solid"/>
                    </a:lnB>
                    <a:solidFill>
                      <a:srgbClr val="DCE5CE"/>
                    </a:solidFill>
                  </a:tcPr>
                </a:tc>
              </a:tr>
              <a:tr h="476250">
                <a:tc>
                  <a:txBody>
                    <a:bodyPr lIns="152400" tIns="76200" rIns="114300" bIns="76200">
                      <a:noAutofit/>
                    </a:bodyPr>
                    <a:lstStyle/>
                    <a:p>
                      <a:r>
                        <a:rPr sz="1875">
                          <a:solidFill>
                            <a:srgbClr val="233E35"/>
                          </a:solidFill>
                          <a:latin typeface="Arial"/>
                          <a:ea typeface="Arial"/>
                          <a:cs typeface="Arial"/>
                        </a:rPr>
                        <a:t>4  Root-cause reasoning</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1875">
                          <a:solidFill>
                            <a:srgbClr val="233E35"/>
                          </a:solidFill>
                          <a:latin typeface="Arial"/>
                          <a:ea typeface="Arial"/>
                          <a:cs typeface="Arial"/>
                        </a:rPr>
                        <a:t>4  Root-cause reasoning</a:t>
                      </a:r>
                    </a:p>
                  </a:txBody>
                  <a:tcPr marL="91440" marR="91440" marT="45720" marB="45720" anchor="ctr">
                    <a:lnR w="9525">
                      <a:solidFill>
                        <a:srgbClr val="D9DFD1"/>
                      </a:solidFill>
                      <a:prstDash val="solid"/>
                    </a:lnR>
                    <a:lnB w="9525">
                      <a:solidFill>
                        <a:srgbClr val="D9DFD1"/>
                      </a:solidFill>
                      <a:prstDash val="solid"/>
                    </a:lnB>
                    <a:solidFill>
                      <a:srgbClr val="DCE5CE"/>
                    </a:solidFill>
                  </a:tcPr>
                </a:tc>
              </a:tr>
            </a:tbl>
          </a:graphicData>
        </a:graphic>
      </p:graphicFrame>
      <p:sp>
        <p:nvSpPr>
          <p:cNvPr id="6" name="Actual application comparison">
            <a:extLst xmlns:a="http://schemas.openxmlformats.org/drawingml/2006/main">
              <a:ext uri="{FF2B5EF4-FFF2-40B4-BE49-F238E27FC236}">
                <a16:creationId xmlns:a16="http://schemas.microsoft.com/office/drawing/2014/main" id="{038ECB4E-8B79-43C0-AAC6-57CB9E8C8BC4}"/>
              </a:ext>
            </a:extLst>
          </p:cNvPr>
          <p:cNvSpPr>
            <a:spLocks xmlns:a="http://schemas.openxmlformats.org/drawingml/2006/main" noGrp="1"/>
          </p:cNvSpPr>
          <p:nvPr/>
        </p:nvSpPr>
        <p:spPr>
          <a:xfrm xmlns:a="http://schemas.openxmlformats.org/drawingml/2006/main">
            <a:off x="609600" y="43815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7468"/>
                </a:solidFill>
                <a:latin typeface="Arial"/>
                <a:ea typeface="Arial"/>
                <a:cs typeface="Arial"/>
              </a:defRPr>
            </a:defPPr>
            <a:lvl1pPr>
              <a:defRPr sz="1500" b="0">
                <a:solidFill>
                  <a:srgbClr val="647468"/>
                </a:solidFill>
                <a:latin typeface="Arial"/>
                <a:ea typeface="Arial"/>
                <a:cs typeface="Arial"/>
              </a:defRPr>
            </a:lvl1pPr>
            <a:lvl2pPr>
              <a:defRPr sz="1500" b="0">
                <a:solidFill>
                  <a:srgbClr val="647468"/>
                </a:solidFill>
                <a:latin typeface="Arial"/>
                <a:ea typeface="Arial"/>
                <a:cs typeface="Arial"/>
              </a:defRPr>
            </a:lvl2pPr>
            <a:lvl3pPr>
              <a:defRPr sz="1500" b="0">
                <a:solidFill>
                  <a:srgbClr val="647468"/>
                </a:solidFill>
                <a:latin typeface="Arial"/>
                <a:ea typeface="Arial"/>
                <a:cs typeface="Arial"/>
              </a:defRPr>
            </a:lvl3pPr>
            <a:lvl4pPr>
              <a:defRPr sz="1500" b="0">
                <a:solidFill>
                  <a:srgbClr val="647468"/>
                </a:solidFill>
                <a:latin typeface="Arial"/>
                <a:ea typeface="Arial"/>
                <a:cs typeface="Arial"/>
              </a:defRPr>
            </a:lvl4pPr>
            <a:lvl5pPr>
              <a:defRPr sz="1500" b="0">
                <a:solidFill>
                  <a:srgbClr val="647468"/>
                </a:solidFill>
                <a:latin typeface="Arial"/>
                <a:ea typeface="Arial"/>
                <a:cs typeface="Arial"/>
              </a:defRPr>
            </a:lvl5pPr>
            <a:lvl6pPr>
              <a:defRPr sz="1500" b="0">
                <a:solidFill>
                  <a:srgbClr val="647468"/>
                </a:solidFill>
                <a:latin typeface="Arial"/>
                <a:ea typeface="Arial"/>
                <a:cs typeface="Arial"/>
              </a:defRPr>
            </a:lvl6pPr>
            <a:lvl7pPr>
              <a:defRPr sz="1500" b="0">
                <a:solidFill>
                  <a:srgbClr val="647468"/>
                </a:solidFill>
                <a:latin typeface="Arial"/>
                <a:ea typeface="Arial"/>
                <a:cs typeface="Arial"/>
              </a:defRPr>
            </a:lvl7pPr>
            <a:lvl8pPr>
              <a:defRPr sz="1500" b="0">
                <a:solidFill>
                  <a:srgbClr val="647468"/>
                </a:solidFill>
                <a:latin typeface="Arial"/>
                <a:ea typeface="Arial"/>
                <a:cs typeface="Arial"/>
              </a:defRPr>
            </a:lvl8pPr>
            <a:lvl9pPr>
              <a:defRPr sz="1500" b="0">
                <a:solidFill>
                  <a:srgbClr val="647468"/>
                </a:solidFill>
                <a:latin typeface="Arial"/>
                <a:ea typeface="Arial"/>
                <a:cs typeface="Arial"/>
              </a:defRPr>
            </a:lvl9pPr>
          </a:lstStyle>
          <a:p xmlns:a="http://schemas.openxmlformats.org/drawingml/2006/main">
            <a:pPr>
              <a:defRPr sz="1500" b="0">
                <a:solidFill>
                  <a:srgbClr val="647468"/>
                </a:solidFill>
                <a:latin typeface="Arial"/>
                <a:ea typeface="Arial"/>
                <a:cs typeface="Arial"/>
              </a:defRPr>
            </a:pPr>
            <a:r>
              <a:rPr sz="1500" b="0">
                <a:solidFill>
                  <a:srgbClr val="647468"/>
                </a:solidFill>
                <a:latin typeface="Arial"/>
                <a:ea typeface="Arial"/>
                <a:cs typeface="Arial"/>
              </a:rPr>
              <a:t>Actual application comparison</a:t>
            </a:r>
          </a:p>
        </p:txBody>
      </p:sp>
      <p:pic>
        <p:nvPicPr>
          <p:cNvPr id="7" name="">
            <a:extLst xmlns:a="http://schemas.openxmlformats.org/drawingml/2006/main">
              <a:ext uri="{FF2B5EF4-FFF2-40B4-BE49-F238E27FC236}">
                <a16:creationId xmlns:a16="http://schemas.microsoft.com/office/drawing/2014/main" id="{8E315BE1-8B36-4E7B-A2D9-053B882A1988}"/>
              </a:ext>
            </a:extLst>
          </p:cNvPr>
          <p:cNvPicPr>
            <a:picLocks xmlns:a="http://schemas.openxmlformats.org/drawingml/2006/main" noChangeAspect="1"/>
          </p:cNvPicPr>
          <p:nvPr/>
        </p:nvPicPr>
        <p:blipFill>
          <a:blip xmlns:r="http://schemas.openxmlformats.org/officeDocument/2006/relationships" xmlns:a="http://schemas.openxmlformats.org/drawingml/2006/main" r:embed="Ra9424f5fbbeb46ff"/>
          <a:srcRect xmlns:a="http://schemas.openxmlformats.org/drawingml/2006/main" l="23700" t="61400" r="4100" b="26500"/>
          <a:stretch xmlns:a="http://schemas.openxmlformats.org/drawingml/2006/main"/>
        </p:blipFill>
        <p:spPr>
          <a:xfrm xmlns:a="http://schemas.openxmlformats.org/drawingml/2006/main">
            <a:off x="609600" y="4733925"/>
            <a:ext cx="10972800" cy="1066800"/>
          </a:xfrm>
          <a:prstGeom xmlns:a="http://schemas.openxmlformats.org/drawingml/2006/main" prst="rect">
            <a:avLst/>
          </a:prstGeom>
        </p:spPr>
      </p:pic>
      <p:sp>
        <p:nvSpPr>
          <p:cNvPr id="8" name="16 estimated hours   /   4 weeks   ">
            <a:extLst xmlns:a="http://schemas.openxmlformats.org/drawingml/2006/main">
              <a:ext uri="{FF2B5EF4-FFF2-40B4-BE49-F238E27FC236}">
                <a16:creationId xmlns:a16="http://schemas.microsoft.com/office/drawing/2014/main" id="{DB65F752-3E5A-4D84-9FEA-4979B9DE5B86}"/>
              </a:ext>
            </a:extLst>
          </p:cNvPr>
          <p:cNvSpPr>
            <a:spLocks xmlns:a="http://schemas.openxmlformats.org/drawingml/2006/main" noGrp="1"/>
          </p:cNvSpPr>
          <p:nvPr/>
        </p:nvSpPr>
        <p:spPr>
          <a:xfrm xmlns:a="http://schemas.openxmlformats.org/drawingml/2006/main">
            <a:off x="609600" y="60579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93F35"/>
                </a:solidFill>
                <a:latin typeface="Arial"/>
                <a:ea typeface="Arial"/>
                <a:cs typeface="Arial"/>
              </a:defRPr>
            </a:defPPr>
            <a:lvl1pPr>
              <a:defRPr sz="1725" b="1">
                <a:solidFill>
                  <a:srgbClr val="193F35"/>
                </a:solidFill>
                <a:latin typeface="Arial"/>
                <a:ea typeface="Arial"/>
                <a:cs typeface="Arial"/>
              </a:defRPr>
            </a:lvl1pPr>
            <a:lvl2pPr>
              <a:defRPr sz="1725" b="1">
                <a:solidFill>
                  <a:srgbClr val="193F35"/>
                </a:solidFill>
                <a:latin typeface="Arial"/>
                <a:ea typeface="Arial"/>
                <a:cs typeface="Arial"/>
              </a:defRPr>
            </a:lvl2pPr>
            <a:lvl3pPr>
              <a:defRPr sz="1725" b="1">
                <a:solidFill>
                  <a:srgbClr val="193F35"/>
                </a:solidFill>
                <a:latin typeface="Arial"/>
                <a:ea typeface="Arial"/>
                <a:cs typeface="Arial"/>
              </a:defRPr>
            </a:lvl3pPr>
            <a:lvl4pPr>
              <a:defRPr sz="1725" b="1">
                <a:solidFill>
                  <a:srgbClr val="193F35"/>
                </a:solidFill>
                <a:latin typeface="Arial"/>
                <a:ea typeface="Arial"/>
                <a:cs typeface="Arial"/>
              </a:defRPr>
            </a:lvl4pPr>
            <a:lvl5pPr>
              <a:defRPr sz="1725" b="1">
                <a:solidFill>
                  <a:srgbClr val="193F35"/>
                </a:solidFill>
                <a:latin typeface="Arial"/>
                <a:ea typeface="Arial"/>
                <a:cs typeface="Arial"/>
              </a:defRPr>
            </a:lvl5pPr>
            <a:lvl6pPr>
              <a:defRPr sz="1725" b="1">
                <a:solidFill>
                  <a:srgbClr val="193F35"/>
                </a:solidFill>
                <a:latin typeface="Arial"/>
                <a:ea typeface="Arial"/>
                <a:cs typeface="Arial"/>
              </a:defRPr>
            </a:lvl6pPr>
            <a:lvl7pPr>
              <a:defRPr sz="1725" b="1">
                <a:solidFill>
                  <a:srgbClr val="193F35"/>
                </a:solidFill>
                <a:latin typeface="Arial"/>
                <a:ea typeface="Arial"/>
                <a:cs typeface="Arial"/>
              </a:defRPr>
            </a:lvl7pPr>
            <a:lvl8pPr>
              <a:defRPr sz="1725" b="1">
                <a:solidFill>
                  <a:srgbClr val="193F35"/>
                </a:solidFill>
                <a:latin typeface="Arial"/>
                <a:ea typeface="Arial"/>
                <a:cs typeface="Arial"/>
              </a:defRPr>
            </a:lvl8pPr>
            <a:lvl9pPr>
              <a:defRPr sz="1725" b="1">
                <a:solidFill>
                  <a:srgbClr val="193F35"/>
                </a:solidFill>
                <a:latin typeface="Arial"/>
                <a:ea typeface="Arial"/>
                <a:cs typeface="Arial"/>
              </a:defRPr>
            </a:lvl9pPr>
          </a:lstStyle>
          <a:p xmlns:a="http://schemas.openxmlformats.org/drawingml/2006/main">
            <a:pPr>
              <a:defRPr sz="1725" b="1">
                <a:solidFill>
                  <a:srgbClr val="193F35"/>
                </a:solidFill>
                <a:latin typeface="Arial"/>
                <a:ea typeface="Arial"/>
                <a:cs typeface="Arial"/>
              </a:defRPr>
            </a:pPr>
            <a:r>
              <a:rPr sz="1725" b="1">
                <a:solidFill>
                  <a:srgbClr val="193F35"/>
                </a:solidFill>
                <a:latin typeface="Arial"/>
                <a:ea typeface="Arial"/>
                <a:cs typeface="Arial"/>
              </a:rPr>
              <a:t>16 estimated hours   /   4 weeks   /   RM 0 reading and practice access</a:t>
            </a:r>
          </a:p>
        </p:txBody>
      </p:sp>
    </p:spTree>
    <p:extLst>
      <p:ext uri="{BB962C8B-B14F-4D97-AF65-F5344CB8AC3E}">
        <p14:creationId xmlns:p14="http://schemas.microsoft.com/office/powerpoint/2010/main" val="33838289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6E60603-B59D-4618-B8FF-DAAF819E9F06}"/>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Learning produces an inspectable output</a:t>
            </a:r>
          </a:p>
        </p:txBody>
      </p:sp>
      <p:sp>
        <p:nvSpPr>
          <p:cNvPr id="2" name="ShiftBridge / Console">
            <a:extLst xmlns:a="http://schemas.openxmlformats.org/drawingml/2006/main">
              <a:ext uri="{FF2B5EF4-FFF2-40B4-BE49-F238E27FC236}">
                <a16:creationId xmlns:a16="http://schemas.microsoft.com/office/drawing/2014/main" id="{22FB573C-8827-4250-B759-3F467B41CE1E}"/>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6 / 08">
            <a:extLst xmlns:a="http://schemas.openxmlformats.org/drawingml/2006/main">
              <a:ext uri="{FF2B5EF4-FFF2-40B4-BE49-F238E27FC236}">
                <a16:creationId xmlns:a16="http://schemas.microsoft.com/office/drawing/2014/main" id="{D38A42B9-9651-42A8-AABC-E2B3174FC595}"/>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06 / 08</a:t>
            </a:r>
          </a:p>
        </p:txBody>
      </p:sp>
      <p:sp>
        <p:nvSpPr>
          <p:cNvPr id="4" name="20 synthetic inspection cases">
            <a:extLst xmlns:a="http://schemas.openxmlformats.org/drawingml/2006/main">
              <a:ext uri="{FF2B5EF4-FFF2-40B4-BE49-F238E27FC236}">
                <a16:creationId xmlns:a16="http://schemas.microsoft.com/office/drawing/2014/main" id="{8D3AC481-8B0C-4C24-BAD0-AC715A6F33CB}"/>
              </a:ext>
            </a:extLst>
          </p:cNvPr>
          <p:cNvSpPr>
            <a:spLocks xmlns:a="http://schemas.openxmlformats.org/drawingml/2006/main" noGrp="1"/>
          </p:cNvSpPr>
          <p:nvPr/>
        </p:nvSpPr>
        <p:spPr>
          <a:xfrm xmlns:a="http://schemas.openxmlformats.org/drawingml/2006/main">
            <a:off x="609600" y="129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93F35"/>
                </a:solidFill>
                <a:latin typeface="Arial"/>
                <a:ea typeface="Arial"/>
                <a:cs typeface="Arial"/>
              </a:defRPr>
            </a:defPPr>
            <a:lvl1pPr>
              <a:defRPr sz="2100" b="1">
                <a:solidFill>
                  <a:srgbClr val="193F35"/>
                </a:solidFill>
                <a:latin typeface="Arial"/>
                <a:ea typeface="Arial"/>
                <a:cs typeface="Arial"/>
              </a:defRPr>
            </a:lvl1pPr>
            <a:lvl2pPr>
              <a:defRPr sz="2100" b="1">
                <a:solidFill>
                  <a:srgbClr val="193F35"/>
                </a:solidFill>
                <a:latin typeface="Arial"/>
                <a:ea typeface="Arial"/>
                <a:cs typeface="Arial"/>
              </a:defRPr>
            </a:lvl2pPr>
            <a:lvl3pPr>
              <a:defRPr sz="2100" b="1">
                <a:solidFill>
                  <a:srgbClr val="193F35"/>
                </a:solidFill>
                <a:latin typeface="Arial"/>
                <a:ea typeface="Arial"/>
                <a:cs typeface="Arial"/>
              </a:defRPr>
            </a:lvl3pPr>
            <a:lvl4pPr>
              <a:defRPr sz="2100" b="1">
                <a:solidFill>
                  <a:srgbClr val="193F35"/>
                </a:solidFill>
                <a:latin typeface="Arial"/>
                <a:ea typeface="Arial"/>
                <a:cs typeface="Arial"/>
              </a:defRPr>
            </a:lvl4pPr>
            <a:lvl5pPr>
              <a:defRPr sz="2100" b="1">
                <a:solidFill>
                  <a:srgbClr val="193F35"/>
                </a:solidFill>
                <a:latin typeface="Arial"/>
                <a:ea typeface="Arial"/>
                <a:cs typeface="Arial"/>
              </a:defRPr>
            </a:lvl5pPr>
            <a:lvl6pPr>
              <a:defRPr sz="2100" b="1">
                <a:solidFill>
                  <a:srgbClr val="193F35"/>
                </a:solidFill>
                <a:latin typeface="Arial"/>
                <a:ea typeface="Arial"/>
                <a:cs typeface="Arial"/>
              </a:defRPr>
            </a:lvl6pPr>
            <a:lvl7pPr>
              <a:defRPr sz="2100" b="1">
                <a:solidFill>
                  <a:srgbClr val="193F35"/>
                </a:solidFill>
                <a:latin typeface="Arial"/>
                <a:ea typeface="Arial"/>
                <a:cs typeface="Arial"/>
              </a:defRPr>
            </a:lvl7pPr>
            <a:lvl8pPr>
              <a:defRPr sz="2100" b="1">
                <a:solidFill>
                  <a:srgbClr val="193F35"/>
                </a:solidFill>
                <a:latin typeface="Arial"/>
                <a:ea typeface="Arial"/>
                <a:cs typeface="Arial"/>
              </a:defRPr>
            </a:lvl8pPr>
            <a:lvl9pPr>
              <a:defRPr sz="2100" b="1">
                <a:solidFill>
                  <a:srgbClr val="193F35"/>
                </a:solidFill>
                <a:latin typeface="Arial"/>
                <a:ea typeface="Arial"/>
                <a:cs typeface="Arial"/>
              </a:defRPr>
            </a:lvl9pPr>
          </a:lstStyle>
          <a:p xmlns:a="http://schemas.openxmlformats.org/drawingml/2006/main">
            <a:pPr>
              <a:defRPr sz="2100" b="1">
                <a:solidFill>
                  <a:srgbClr val="193F35"/>
                </a:solidFill>
                <a:latin typeface="Arial"/>
                <a:ea typeface="Arial"/>
                <a:cs typeface="Arial"/>
              </a:defRPr>
            </a:pPr>
            <a:r>
              <a:rPr sz="2100" b="1">
                <a:solidFill>
                  <a:srgbClr val="193F35"/>
                </a:solidFill>
                <a:latin typeface="Arial"/>
                <a:ea typeface="Arial"/>
                <a:cs typeface="Arial"/>
              </a:rPr>
              <a:t>20 synthetic inspection cases</a:t>
            </a:r>
          </a:p>
        </p:txBody>
      </p:sp>
      <p:graphicFrame>
        <p:nvGraphicFramePr>
          <p:cNvPr id="5" name="">
            <a:extLst xmlns:a="http://schemas.openxmlformats.org/drawingml/2006/main">
              <a:ext uri="{FF2B5EF4-FFF2-40B4-BE49-F238E27FC236}">
                <a16:creationId xmlns:a16="http://schemas.microsoft.com/office/drawing/2014/main" id="{2B94DBE8-414C-483D-B2C3-8F1DB827107A}"/>
              </a:ext>
            </a:extLst>
          </p:cNvPr>
          <p:cNvGraphicFramePr/>
          <p:nvPr/>
        </p:nvGraphicFramePr>
        <p:xfrm>
          <a:off xmlns:a="http://schemas.openxmlformats.org/drawingml/2006/main" x="609600" y="2095500"/>
          <a:ext xmlns:a="http://schemas.openxmlformats.org/drawingml/2006/main" cx="7381875" cy="2667000"/>
        </p:xfrm>
        <a:graphic xmlns:a="http://schemas.openxmlformats.org/drawingml/2006/main">
          <a:graphicData uri="http://schemas.openxmlformats.org/drawingml/2006/table">
            <a:tbl>
              <a:tblPr firstRow="1" bandRow="0"/>
              <a:tblGrid>
                <a:gridCol w="2714625"/>
                <a:gridCol w="2333625"/>
                <a:gridCol w="2333625"/>
              </a:tblGrid>
              <a:tr h="889000">
                <a:tc>
                  <a:txBody>
                    <a:bodyPr lIns="152400" tIns="76200" rIns="114300" bIns="76200">
                      <a:noAutofit/>
                    </a:bodyPr>
                    <a:lstStyle/>
                    <a:p>
                      <a:r>
                        <a:rPr sz="1875" b="1">
                          <a:solidFill>
                            <a:srgbClr val="FFFFFF"/>
                          </a:solidFill>
                          <a:latin typeface="Arial"/>
                          <a:ea typeface="Arial"/>
                          <a:cs typeface="Arial"/>
                        </a:rPr>
                        <a:t>Exercise reference</a:t>
                      </a:r>
                    </a:p>
                  </a:txBody>
                  <a:tcPr marL="91440" marR="91440" marT="45720" marB="45720" anchor="ctr">
                    <a:lnL w="9525">
                      <a:solidFill>
                        <a:srgbClr val="D9DFD1"/>
                      </a:solidFill>
                      <a:prstDash val="solid"/>
                    </a:lnL>
                    <a:lnR w="9525">
                      <a:solidFill>
                        <a:srgbClr val="D9DFD1"/>
                      </a:solidFill>
                      <a:prstDash val="solid"/>
                    </a:lnR>
                    <a:lnT w="9525">
                      <a:solidFill>
                        <a:srgbClr val="D9DFD1"/>
                      </a:solidFill>
                      <a:prstDash val="solid"/>
                    </a:lnT>
                    <a:lnB w="9525">
                      <a:solidFill>
                        <a:srgbClr val="D9DFD1"/>
                      </a:solidFill>
                      <a:prstDash val="solid"/>
                    </a:lnB>
                    <a:solidFill>
                      <a:srgbClr val="193F35"/>
                    </a:solidFill>
                  </a:tcPr>
                </a:tc>
                <a:tc>
                  <a:txBody>
                    <a:bodyPr lIns="152400" tIns="76200" rIns="114300" bIns="76200">
                      <a:noAutofit/>
                    </a:bodyPr>
                    <a:lstStyle/>
                    <a:p>
                      <a:r>
                        <a:rPr sz="1875" b="1">
                          <a:solidFill>
                            <a:srgbClr val="FFFFFF"/>
                          </a:solidFill>
                          <a:latin typeface="Arial"/>
                          <a:ea typeface="Arial"/>
                          <a:cs typeface="Arial"/>
                        </a:rPr>
                        <a:t>AI flag: defect</a:t>
                      </a:r>
                    </a:p>
                  </a:txBody>
                  <a:tcPr marL="91440" marR="91440" marT="45720" marB="45720" anchor="ctr">
                    <a:lnR w="9525">
                      <a:solidFill>
                        <a:srgbClr val="D9DFD1"/>
                      </a:solidFill>
                      <a:prstDash val="solid"/>
                    </a:lnR>
                    <a:lnT w="9525">
                      <a:solidFill>
                        <a:srgbClr val="D9DFD1"/>
                      </a:solidFill>
                      <a:prstDash val="solid"/>
                    </a:lnT>
                    <a:lnB w="9525">
                      <a:solidFill>
                        <a:srgbClr val="D9DFD1"/>
                      </a:solidFill>
                      <a:prstDash val="solid"/>
                    </a:lnB>
                    <a:solidFill>
                      <a:srgbClr val="193F35"/>
                    </a:solidFill>
                  </a:tcPr>
                </a:tc>
                <a:tc>
                  <a:txBody>
                    <a:bodyPr lIns="152400" tIns="76200" rIns="114300" bIns="76200">
                      <a:noAutofit/>
                    </a:bodyPr>
                    <a:lstStyle/>
                    <a:p>
                      <a:r>
                        <a:rPr sz="1875" b="1">
                          <a:solidFill>
                            <a:srgbClr val="FFFFFF"/>
                          </a:solidFill>
                          <a:latin typeface="Arial"/>
                          <a:ea typeface="Arial"/>
                          <a:cs typeface="Arial"/>
                        </a:rPr>
                        <a:t>AI flag: clear</a:t>
                      </a:r>
                    </a:p>
                  </a:txBody>
                  <a:tcPr marL="91440" marR="91440" marT="45720" marB="45720" anchor="ctr">
                    <a:lnR w="9525">
                      <a:solidFill>
                        <a:srgbClr val="D9DFD1"/>
                      </a:solidFill>
                      <a:prstDash val="solid"/>
                    </a:lnR>
                    <a:lnT w="9525">
                      <a:solidFill>
                        <a:srgbClr val="D9DFD1"/>
                      </a:solidFill>
                      <a:prstDash val="solid"/>
                    </a:lnT>
                    <a:lnB w="9525">
                      <a:solidFill>
                        <a:srgbClr val="D9DFD1"/>
                      </a:solidFill>
                      <a:prstDash val="solid"/>
                    </a:lnB>
                    <a:solidFill>
                      <a:srgbClr val="193F35"/>
                    </a:solidFill>
                  </a:tcPr>
                </a:tc>
              </a:tr>
              <a:tr h="889000">
                <a:tc>
                  <a:txBody>
                    <a:bodyPr lIns="152400" tIns="76200" rIns="114300" bIns="76200">
                      <a:noAutofit/>
                    </a:bodyPr>
                    <a:lstStyle/>
                    <a:p>
                      <a:r>
                        <a:rPr sz="1875" b="0">
                          <a:solidFill>
                            <a:srgbClr val="233E35"/>
                          </a:solidFill>
                          <a:latin typeface="Arial"/>
                          <a:ea typeface="Arial"/>
                          <a:cs typeface="Arial"/>
                        </a:rPr>
                        <a:t>Defect present</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3450" b="1">
                          <a:solidFill>
                            <a:srgbClr val="233E35"/>
                          </a:solidFill>
                          <a:latin typeface="Arial"/>
                          <a:ea typeface="Arial"/>
                          <a:cs typeface="Arial"/>
                        </a:rPr>
                        <a:t>6</a:t>
                      </a:r>
                    </a:p>
                  </a:txBody>
                  <a:tcPr marL="91440" marR="91440" marT="45720" marB="45720" anchor="ctr">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3450" b="1">
                          <a:solidFill>
                            <a:srgbClr val="233E35"/>
                          </a:solidFill>
                          <a:latin typeface="Arial"/>
                          <a:ea typeface="Arial"/>
                          <a:cs typeface="Arial"/>
                        </a:rPr>
                        <a:t>2</a:t>
                      </a:r>
                    </a:p>
                  </a:txBody>
                  <a:tcPr marL="91440" marR="91440" marT="45720" marB="45720" anchor="ctr">
                    <a:lnR w="9525">
                      <a:solidFill>
                        <a:srgbClr val="D9DFD1"/>
                      </a:solidFill>
                      <a:prstDash val="solid"/>
                    </a:lnR>
                    <a:lnB w="9525">
                      <a:solidFill>
                        <a:srgbClr val="D9DFD1"/>
                      </a:solidFill>
                      <a:prstDash val="solid"/>
                    </a:lnB>
                    <a:solidFill>
                      <a:srgbClr val="FFFFFF"/>
                    </a:solidFill>
                  </a:tcPr>
                </a:tc>
              </a:tr>
              <a:tr h="889000">
                <a:tc>
                  <a:txBody>
                    <a:bodyPr lIns="152400" tIns="76200" rIns="114300" bIns="76200">
                      <a:noAutofit/>
                    </a:bodyPr>
                    <a:lstStyle/>
                    <a:p>
                      <a:r>
                        <a:rPr sz="1875" b="0">
                          <a:solidFill>
                            <a:srgbClr val="233E35"/>
                          </a:solidFill>
                          <a:latin typeface="Arial"/>
                          <a:ea typeface="Arial"/>
                          <a:cs typeface="Arial"/>
                        </a:rPr>
                        <a:t>No defect</a:t>
                      </a:r>
                    </a:p>
                  </a:txBody>
                  <a:tcPr marL="91440" marR="91440" marT="45720" marB="45720" anchor="ctr">
                    <a:lnL w="9525">
                      <a:solidFill>
                        <a:srgbClr val="D9DFD1"/>
                      </a:solidFill>
                      <a:prstDash val="solid"/>
                    </a:lnL>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3450" b="1">
                          <a:solidFill>
                            <a:srgbClr val="233E35"/>
                          </a:solidFill>
                          <a:latin typeface="Arial"/>
                          <a:ea typeface="Arial"/>
                          <a:cs typeface="Arial"/>
                        </a:rPr>
                        <a:t>3</a:t>
                      </a:r>
                    </a:p>
                  </a:txBody>
                  <a:tcPr marL="91440" marR="91440" marT="45720" marB="45720" anchor="ctr">
                    <a:lnR w="9525">
                      <a:solidFill>
                        <a:srgbClr val="D9DFD1"/>
                      </a:solidFill>
                      <a:prstDash val="solid"/>
                    </a:lnR>
                    <a:lnB w="9525">
                      <a:solidFill>
                        <a:srgbClr val="D9DFD1"/>
                      </a:solidFill>
                      <a:prstDash val="solid"/>
                    </a:lnB>
                    <a:solidFill>
                      <a:srgbClr val="FFFFFF"/>
                    </a:solidFill>
                  </a:tcPr>
                </a:tc>
                <a:tc>
                  <a:txBody>
                    <a:bodyPr lIns="152400" tIns="76200" rIns="114300" bIns="76200">
                      <a:noAutofit/>
                    </a:bodyPr>
                    <a:lstStyle/>
                    <a:p>
                      <a:r>
                        <a:rPr sz="3450" b="1">
                          <a:solidFill>
                            <a:srgbClr val="233E35"/>
                          </a:solidFill>
                          <a:latin typeface="Arial"/>
                          <a:ea typeface="Arial"/>
                          <a:cs typeface="Arial"/>
                        </a:rPr>
                        <a:t>9</a:t>
                      </a:r>
                    </a:p>
                  </a:txBody>
                  <a:tcPr marL="91440" marR="91440" marT="45720" marB="45720" anchor="ctr">
                    <a:lnR w="9525">
                      <a:solidFill>
                        <a:srgbClr val="D9DFD1"/>
                      </a:solidFill>
                      <a:prstDash val="solid"/>
                    </a:lnR>
                    <a:lnB w="9525">
                      <a:solidFill>
                        <a:srgbClr val="D9DFD1"/>
                      </a:solidFill>
                      <a:prstDash val="solid"/>
                    </a:lnB>
                    <a:solidFill>
                      <a:srgbClr val="FFFFFF"/>
                    </a:solidFill>
                  </a:tcPr>
                </a:tc>
              </a:tr>
            </a:tbl>
          </a:graphicData>
        </a:graphic>
      </p:graphicFrame>
      <p:sp>
        <p:nvSpPr>
          <p:cNvPr id="6" name="2 missed defects&#10;3 false alarms">
            <a:extLst xmlns:a="http://schemas.openxmlformats.org/drawingml/2006/main">
              <a:ext uri="{FF2B5EF4-FFF2-40B4-BE49-F238E27FC236}">
                <a16:creationId xmlns:a16="http://schemas.microsoft.com/office/drawing/2014/main" id="{CB088E55-D2D9-410D-92A8-43D478F9169D}"/>
              </a:ext>
            </a:extLst>
          </p:cNvPr>
          <p:cNvSpPr>
            <a:spLocks xmlns:a="http://schemas.openxmlformats.org/drawingml/2006/main" noGrp="1"/>
          </p:cNvSpPr>
          <p:nvPr/>
        </p:nvSpPr>
        <p:spPr>
          <a:xfrm xmlns:a="http://schemas.openxmlformats.org/drawingml/2006/main">
            <a:off x="8572500" y="2171700"/>
            <a:ext cx="3009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A86643"/>
                </a:solidFill>
                <a:latin typeface="Arial"/>
                <a:ea typeface="Arial"/>
                <a:cs typeface="Arial"/>
              </a:defRPr>
            </a:defPPr>
            <a:lvl1pPr>
              <a:defRPr sz="2325" b="1">
                <a:solidFill>
                  <a:srgbClr val="A86643"/>
                </a:solidFill>
                <a:latin typeface="Arial"/>
                <a:ea typeface="Arial"/>
                <a:cs typeface="Arial"/>
              </a:defRPr>
            </a:lvl1pPr>
            <a:lvl2pPr>
              <a:defRPr sz="2325" b="1">
                <a:solidFill>
                  <a:srgbClr val="A86643"/>
                </a:solidFill>
                <a:latin typeface="Arial"/>
                <a:ea typeface="Arial"/>
                <a:cs typeface="Arial"/>
              </a:defRPr>
            </a:lvl2pPr>
            <a:lvl3pPr>
              <a:defRPr sz="2325" b="1">
                <a:solidFill>
                  <a:srgbClr val="A86643"/>
                </a:solidFill>
                <a:latin typeface="Arial"/>
                <a:ea typeface="Arial"/>
                <a:cs typeface="Arial"/>
              </a:defRPr>
            </a:lvl3pPr>
            <a:lvl4pPr>
              <a:defRPr sz="2325" b="1">
                <a:solidFill>
                  <a:srgbClr val="A86643"/>
                </a:solidFill>
                <a:latin typeface="Arial"/>
                <a:ea typeface="Arial"/>
                <a:cs typeface="Arial"/>
              </a:defRPr>
            </a:lvl4pPr>
            <a:lvl5pPr>
              <a:defRPr sz="2325" b="1">
                <a:solidFill>
                  <a:srgbClr val="A86643"/>
                </a:solidFill>
                <a:latin typeface="Arial"/>
                <a:ea typeface="Arial"/>
                <a:cs typeface="Arial"/>
              </a:defRPr>
            </a:lvl5pPr>
            <a:lvl6pPr>
              <a:defRPr sz="2325" b="1">
                <a:solidFill>
                  <a:srgbClr val="A86643"/>
                </a:solidFill>
                <a:latin typeface="Arial"/>
                <a:ea typeface="Arial"/>
                <a:cs typeface="Arial"/>
              </a:defRPr>
            </a:lvl6pPr>
            <a:lvl7pPr>
              <a:defRPr sz="2325" b="1">
                <a:solidFill>
                  <a:srgbClr val="A86643"/>
                </a:solidFill>
                <a:latin typeface="Arial"/>
                <a:ea typeface="Arial"/>
                <a:cs typeface="Arial"/>
              </a:defRPr>
            </a:lvl7pPr>
            <a:lvl8pPr>
              <a:defRPr sz="2325" b="1">
                <a:solidFill>
                  <a:srgbClr val="A86643"/>
                </a:solidFill>
                <a:latin typeface="Arial"/>
                <a:ea typeface="Arial"/>
                <a:cs typeface="Arial"/>
              </a:defRPr>
            </a:lvl8pPr>
            <a:lvl9pPr>
              <a:defRPr sz="2325" b="1">
                <a:solidFill>
                  <a:srgbClr val="A86643"/>
                </a:solidFill>
                <a:latin typeface="Arial"/>
                <a:ea typeface="Arial"/>
                <a:cs typeface="Arial"/>
              </a:defRPr>
            </a:lvl9pPr>
          </a:lstStyle>
          <a:p xmlns:a="http://schemas.openxmlformats.org/drawingml/2006/main">
            <a:pPr>
              <a:defRPr sz="2325" b="1">
                <a:solidFill>
                  <a:srgbClr val="A86643"/>
                </a:solidFill>
                <a:latin typeface="Arial"/>
                <a:ea typeface="Arial"/>
                <a:cs typeface="Arial"/>
              </a:defRPr>
            </a:pPr>
            <a:r>
              <a:rPr sz="2325" b="1">
                <a:solidFill>
                  <a:srgbClr val="A86643"/>
                </a:solidFill>
                <a:latin typeface="Arial"/>
                <a:ea typeface="Arial"/>
                <a:cs typeface="Arial"/>
              </a:rPr>
              <a:t>2 missed defects</a:t>
            </a:r>
          </a:p>
          <a:p xmlns:a="http://schemas.openxmlformats.org/drawingml/2006/main">
            <a:pPr>
              <a:defRPr sz="2325" b="1">
                <a:solidFill>
                  <a:srgbClr val="A86643"/>
                </a:solidFill>
                <a:latin typeface="Arial"/>
                <a:ea typeface="Arial"/>
                <a:cs typeface="Arial"/>
              </a:defRPr>
            </a:pPr>
            <a:r>
              <a:rPr sz="2325" b="1">
                <a:solidFill>
                  <a:srgbClr val="A86643"/>
                </a:solidFill>
                <a:latin typeface="Arial"/>
                <a:ea typeface="Arial"/>
                <a:cs typeface="Arial"/>
              </a:rPr>
              <a:t>3 false alarms</a:t>
            </a:r>
          </a:p>
        </p:txBody>
      </p:sp>
      <p:sp>
        <p:nvSpPr>
          <p:cNvPr id="7" name="The worker explains&#10;when human revi">
            <a:extLst xmlns:a="http://schemas.openxmlformats.org/drawingml/2006/main">
              <a:ext uri="{FF2B5EF4-FFF2-40B4-BE49-F238E27FC236}">
                <a16:creationId xmlns:a16="http://schemas.microsoft.com/office/drawing/2014/main" id="{C68E6D2C-CD27-4AD7-8411-5CCAF291CDF3}"/>
              </a:ext>
            </a:extLst>
          </p:cNvPr>
          <p:cNvSpPr>
            <a:spLocks xmlns:a="http://schemas.openxmlformats.org/drawingml/2006/main" noGrp="1"/>
          </p:cNvSpPr>
          <p:nvPr/>
        </p:nvSpPr>
        <p:spPr>
          <a:xfrm xmlns:a="http://schemas.openxmlformats.org/drawingml/2006/main">
            <a:off x="8572500" y="3476625"/>
            <a:ext cx="30099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E35"/>
                </a:solidFill>
                <a:latin typeface="Arial"/>
                <a:ea typeface="Arial"/>
                <a:cs typeface="Arial"/>
              </a:defRPr>
            </a:defPPr>
            <a:lvl1pPr>
              <a:defRPr sz="2175" b="0">
                <a:solidFill>
                  <a:srgbClr val="233E35"/>
                </a:solidFill>
                <a:latin typeface="Arial"/>
                <a:ea typeface="Arial"/>
                <a:cs typeface="Arial"/>
              </a:defRPr>
            </a:lvl1pPr>
            <a:lvl2pPr>
              <a:defRPr sz="2175" b="0">
                <a:solidFill>
                  <a:srgbClr val="233E35"/>
                </a:solidFill>
                <a:latin typeface="Arial"/>
                <a:ea typeface="Arial"/>
                <a:cs typeface="Arial"/>
              </a:defRPr>
            </a:lvl2pPr>
            <a:lvl3pPr>
              <a:defRPr sz="2175" b="0">
                <a:solidFill>
                  <a:srgbClr val="233E35"/>
                </a:solidFill>
                <a:latin typeface="Arial"/>
                <a:ea typeface="Arial"/>
                <a:cs typeface="Arial"/>
              </a:defRPr>
            </a:lvl3pPr>
            <a:lvl4pPr>
              <a:defRPr sz="2175" b="0">
                <a:solidFill>
                  <a:srgbClr val="233E35"/>
                </a:solidFill>
                <a:latin typeface="Arial"/>
                <a:ea typeface="Arial"/>
                <a:cs typeface="Arial"/>
              </a:defRPr>
            </a:lvl4pPr>
            <a:lvl5pPr>
              <a:defRPr sz="2175" b="0">
                <a:solidFill>
                  <a:srgbClr val="233E35"/>
                </a:solidFill>
                <a:latin typeface="Arial"/>
                <a:ea typeface="Arial"/>
                <a:cs typeface="Arial"/>
              </a:defRPr>
            </a:lvl5pPr>
            <a:lvl6pPr>
              <a:defRPr sz="2175" b="0">
                <a:solidFill>
                  <a:srgbClr val="233E35"/>
                </a:solidFill>
                <a:latin typeface="Arial"/>
                <a:ea typeface="Arial"/>
                <a:cs typeface="Arial"/>
              </a:defRPr>
            </a:lvl6pPr>
            <a:lvl7pPr>
              <a:defRPr sz="2175" b="0">
                <a:solidFill>
                  <a:srgbClr val="233E35"/>
                </a:solidFill>
                <a:latin typeface="Arial"/>
                <a:ea typeface="Arial"/>
                <a:cs typeface="Arial"/>
              </a:defRPr>
            </a:lvl7pPr>
            <a:lvl8pPr>
              <a:defRPr sz="2175" b="0">
                <a:solidFill>
                  <a:srgbClr val="233E35"/>
                </a:solidFill>
                <a:latin typeface="Arial"/>
                <a:ea typeface="Arial"/>
                <a:cs typeface="Arial"/>
              </a:defRPr>
            </a:lvl8pPr>
            <a:lvl9pPr>
              <a:defRPr sz="2175" b="0">
                <a:solidFill>
                  <a:srgbClr val="233E35"/>
                </a:solidFill>
                <a:latin typeface="Arial"/>
                <a:ea typeface="Arial"/>
                <a:cs typeface="Arial"/>
              </a:defRPr>
            </a:lvl9pPr>
          </a:lstStyle>
          <a:p xmlns:a="http://schemas.openxmlformats.org/drawingml/2006/main">
            <a:pPr>
              <a:defRPr sz="2175" b="0">
                <a:solidFill>
                  <a:srgbClr val="233E35"/>
                </a:solidFill>
                <a:latin typeface="Arial"/>
                <a:ea typeface="Arial"/>
                <a:cs typeface="Arial"/>
              </a:defRPr>
            </a:pPr>
            <a:r>
              <a:rPr sz="2175" b="0">
                <a:solidFill>
                  <a:srgbClr val="233E35"/>
                </a:solidFill>
                <a:latin typeface="Arial"/>
                <a:ea typeface="Arial"/>
                <a:cs typeface="Arial"/>
              </a:rPr>
              <a:t>The worker explains</a:t>
            </a:r>
          </a:p>
          <a:p xmlns:a="http://schemas.openxmlformats.org/drawingml/2006/main">
            <a:pPr>
              <a:defRPr sz="2175" b="0">
                <a:solidFill>
                  <a:srgbClr val="233E35"/>
                </a:solidFill>
                <a:latin typeface="Arial"/>
                <a:ea typeface="Arial"/>
                <a:cs typeface="Arial"/>
              </a:defRPr>
            </a:pPr>
            <a:r>
              <a:rPr sz="2175" b="0">
                <a:solidFill>
                  <a:srgbClr val="233E35"/>
                </a:solidFill>
                <a:latin typeface="Arial"/>
                <a:ea typeface="Arial"/>
                <a:cs typeface="Arial"/>
              </a:rPr>
              <a:t>when human review</a:t>
            </a:r>
          </a:p>
          <a:p xmlns:a="http://schemas.openxmlformats.org/drawingml/2006/main">
            <a:pPr>
              <a:defRPr sz="2175" b="0">
                <a:solidFill>
                  <a:srgbClr val="233E35"/>
                </a:solidFill>
                <a:latin typeface="Arial"/>
                <a:ea typeface="Arial"/>
                <a:cs typeface="Arial"/>
              </a:defRPr>
            </a:pPr>
            <a:r>
              <a:rPr sz="2175" b="0">
                <a:solidFill>
                  <a:srgbClr val="233E35"/>
                </a:solidFill>
                <a:latin typeface="Arial"/>
                <a:ea typeface="Arial"/>
                <a:cs typeface="Arial"/>
              </a:rPr>
              <a:t>is needed.</a:t>
            </a:r>
          </a:p>
        </p:txBody>
      </p:sp>
      <p:sp>
        <p:nvSpPr>
          <p:cNvPr id="8" name="Q07 has a missing measurement. Keep">
            <a:extLst xmlns:a="http://schemas.openxmlformats.org/drawingml/2006/main">
              <a:ext uri="{FF2B5EF4-FFF2-40B4-BE49-F238E27FC236}">
                <a16:creationId xmlns:a16="http://schemas.microsoft.com/office/drawing/2014/main" id="{54C0DE2D-4E01-444D-B841-64767506DE0F}"/>
              </a:ext>
            </a:extLst>
          </p:cNvPr>
          <p:cNvSpPr>
            <a:spLocks xmlns:a="http://schemas.openxmlformats.org/drawingml/2006/main" noGrp="1"/>
          </p:cNvSpPr>
          <p:nvPr/>
        </p:nvSpPr>
        <p:spPr>
          <a:xfrm xmlns:a="http://schemas.openxmlformats.org/drawingml/2006/main">
            <a:off x="609600" y="51530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E35"/>
                </a:solidFill>
                <a:latin typeface="Arial"/>
                <a:ea typeface="Arial"/>
                <a:cs typeface="Arial"/>
              </a:defRPr>
            </a:defPPr>
            <a:lvl1pPr>
              <a:defRPr sz="2100" b="0">
                <a:solidFill>
                  <a:srgbClr val="233E35"/>
                </a:solidFill>
                <a:latin typeface="Arial"/>
                <a:ea typeface="Arial"/>
                <a:cs typeface="Arial"/>
              </a:defRPr>
            </a:lvl1pPr>
            <a:lvl2pPr>
              <a:defRPr sz="2100" b="0">
                <a:solidFill>
                  <a:srgbClr val="233E35"/>
                </a:solidFill>
                <a:latin typeface="Arial"/>
                <a:ea typeface="Arial"/>
                <a:cs typeface="Arial"/>
              </a:defRPr>
            </a:lvl2pPr>
            <a:lvl3pPr>
              <a:defRPr sz="2100" b="0">
                <a:solidFill>
                  <a:srgbClr val="233E35"/>
                </a:solidFill>
                <a:latin typeface="Arial"/>
                <a:ea typeface="Arial"/>
                <a:cs typeface="Arial"/>
              </a:defRPr>
            </a:lvl3pPr>
            <a:lvl4pPr>
              <a:defRPr sz="2100" b="0">
                <a:solidFill>
                  <a:srgbClr val="233E35"/>
                </a:solidFill>
                <a:latin typeface="Arial"/>
                <a:ea typeface="Arial"/>
                <a:cs typeface="Arial"/>
              </a:defRPr>
            </a:lvl4pPr>
            <a:lvl5pPr>
              <a:defRPr sz="2100" b="0">
                <a:solidFill>
                  <a:srgbClr val="233E35"/>
                </a:solidFill>
                <a:latin typeface="Arial"/>
                <a:ea typeface="Arial"/>
                <a:cs typeface="Arial"/>
              </a:defRPr>
            </a:lvl5pPr>
            <a:lvl6pPr>
              <a:defRPr sz="2100" b="0">
                <a:solidFill>
                  <a:srgbClr val="233E35"/>
                </a:solidFill>
                <a:latin typeface="Arial"/>
                <a:ea typeface="Arial"/>
                <a:cs typeface="Arial"/>
              </a:defRPr>
            </a:lvl6pPr>
            <a:lvl7pPr>
              <a:defRPr sz="2100" b="0">
                <a:solidFill>
                  <a:srgbClr val="233E35"/>
                </a:solidFill>
                <a:latin typeface="Arial"/>
                <a:ea typeface="Arial"/>
                <a:cs typeface="Arial"/>
              </a:defRPr>
            </a:lvl7pPr>
            <a:lvl8pPr>
              <a:defRPr sz="2100" b="0">
                <a:solidFill>
                  <a:srgbClr val="233E35"/>
                </a:solidFill>
                <a:latin typeface="Arial"/>
                <a:ea typeface="Arial"/>
                <a:cs typeface="Arial"/>
              </a:defRPr>
            </a:lvl8pPr>
            <a:lvl9pPr>
              <a:defRPr sz="2100" b="0">
                <a:solidFill>
                  <a:srgbClr val="233E35"/>
                </a:solidFill>
                <a:latin typeface="Arial"/>
                <a:ea typeface="Arial"/>
                <a:cs typeface="Arial"/>
              </a:defRPr>
            </a:lvl9pPr>
          </a:lstStyle>
          <a:p xmlns:a="http://schemas.openxmlformats.org/drawingml/2006/main">
            <a:pPr>
              <a:defRPr sz="2100" b="0">
                <a:solidFill>
                  <a:srgbClr val="233E35"/>
                </a:solidFill>
                <a:latin typeface="Arial"/>
                <a:ea typeface="Arial"/>
                <a:cs typeface="Arial"/>
              </a:defRPr>
            </a:pPr>
            <a:r>
              <a:rPr sz="2100" b="0">
                <a:solidFill>
                  <a:srgbClr val="233E35"/>
                </a:solidFill>
                <a:latin typeface="Arial"/>
                <a:ea typeface="Arial"/>
                <a:cs typeface="Arial"/>
              </a:rPr>
              <a:t>Q07 has a missing measurement. Keep uncertainty visible.</a:t>
            </a:r>
          </a:p>
        </p:txBody>
      </p:sp>
      <p:sp>
        <p:nvSpPr>
          <p:cNvPr id="9" name="Synthetic practice. A voluntary ret">
            <a:extLst xmlns:a="http://schemas.openxmlformats.org/drawingml/2006/main">
              <a:ext uri="{FF2B5EF4-FFF2-40B4-BE49-F238E27FC236}">
                <a16:creationId xmlns:a16="http://schemas.microsoft.com/office/drawing/2014/main" id="{FE41080F-5AED-4C4C-98A4-7FF0A00B8288}"/>
              </a:ext>
            </a:extLst>
          </p:cNvPr>
          <p:cNvSpPr>
            <a:spLocks xmlns:a="http://schemas.openxmlformats.org/drawingml/2006/main" noGrp="1"/>
          </p:cNvSpPr>
          <p:nvPr/>
        </p:nvSpPr>
        <p:spPr>
          <a:xfrm xmlns:a="http://schemas.openxmlformats.org/drawingml/2006/main">
            <a:off x="609600" y="57912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7468"/>
                </a:solidFill>
                <a:latin typeface="Arial"/>
                <a:ea typeface="Arial"/>
                <a:cs typeface="Arial"/>
              </a:defRPr>
            </a:defPPr>
            <a:lvl1pPr>
              <a:defRPr sz="1725" b="0">
                <a:solidFill>
                  <a:srgbClr val="647468"/>
                </a:solidFill>
                <a:latin typeface="Arial"/>
                <a:ea typeface="Arial"/>
                <a:cs typeface="Arial"/>
              </a:defRPr>
            </a:lvl1pPr>
            <a:lvl2pPr>
              <a:defRPr sz="1725" b="0">
                <a:solidFill>
                  <a:srgbClr val="647468"/>
                </a:solidFill>
                <a:latin typeface="Arial"/>
                <a:ea typeface="Arial"/>
                <a:cs typeface="Arial"/>
              </a:defRPr>
            </a:lvl2pPr>
            <a:lvl3pPr>
              <a:defRPr sz="1725" b="0">
                <a:solidFill>
                  <a:srgbClr val="647468"/>
                </a:solidFill>
                <a:latin typeface="Arial"/>
                <a:ea typeface="Arial"/>
                <a:cs typeface="Arial"/>
              </a:defRPr>
            </a:lvl3pPr>
            <a:lvl4pPr>
              <a:defRPr sz="1725" b="0">
                <a:solidFill>
                  <a:srgbClr val="647468"/>
                </a:solidFill>
                <a:latin typeface="Arial"/>
                <a:ea typeface="Arial"/>
                <a:cs typeface="Arial"/>
              </a:defRPr>
            </a:lvl4pPr>
            <a:lvl5pPr>
              <a:defRPr sz="1725" b="0">
                <a:solidFill>
                  <a:srgbClr val="647468"/>
                </a:solidFill>
                <a:latin typeface="Arial"/>
                <a:ea typeface="Arial"/>
                <a:cs typeface="Arial"/>
              </a:defRPr>
            </a:lvl5pPr>
            <a:lvl6pPr>
              <a:defRPr sz="1725" b="0">
                <a:solidFill>
                  <a:srgbClr val="647468"/>
                </a:solidFill>
                <a:latin typeface="Arial"/>
                <a:ea typeface="Arial"/>
                <a:cs typeface="Arial"/>
              </a:defRPr>
            </a:lvl6pPr>
            <a:lvl7pPr>
              <a:defRPr sz="1725" b="0">
                <a:solidFill>
                  <a:srgbClr val="647468"/>
                </a:solidFill>
                <a:latin typeface="Arial"/>
                <a:ea typeface="Arial"/>
                <a:cs typeface="Arial"/>
              </a:defRPr>
            </a:lvl7pPr>
            <a:lvl8pPr>
              <a:defRPr sz="1725" b="0">
                <a:solidFill>
                  <a:srgbClr val="647468"/>
                </a:solidFill>
                <a:latin typeface="Arial"/>
                <a:ea typeface="Arial"/>
                <a:cs typeface="Arial"/>
              </a:defRPr>
            </a:lvl8pPr>
            <a:lvl9pPr>
              <a:defRPr sz="1725" b="0">
                <a:solidFill>
                  <a:srgbClr val="647468"/>
                </a:solidFill>
                <a:latin typeface="Arial"/>
                <a:ea typeface="Arial"/>
                <a:cs typeface="Arial"/>
              </a:defRPr>
            </a:lvl9pPr>
          </a:lstStyle>
          <a:p xmlns:a="http://schemas.openxmlformats.org/drawingml/2006/main">
            <a:pPr>
              <a:defRPr sz="1725" b="0">
                <a:solidFill>
                  <a:srgbClr val="647468"/>
                </a:solidFill>
                <a:latin typeface="Arial"/>
                <a:ea typeface="Arial"/>
                <a:cs typeface="Arial"/>
              </a:defRPr>
            </a:pPr>
            <a:r>
              <a:rPr sz="1725" b="0">
                <a:solidFill>
                  <a:srgbClr val="647468"/>
                </a:solidFill>
                <a:latin typeface="Arial"/>
                <a:ea typeface="Arial"/>
                <a:cs typeface="Arial"/>
              </a:rPr>
              <a:t>Synthetic practice. A voluntary return to the accepted plan.</a:t>
            </a:r>
          </a:p>
        </p:txBody>
      </p:sp>
    </p:spTree>
    <p:extLst>
      <p:ext uri="{BB962C8B-B14F-4D97-AF65-F5344CB8AC3E}">
        <p14:creationId xmlns:p14="http://schemas.microsoft.com/office/powerpoint/2010/main" val="1090328602"/>
      </p:ext>
    </p:extLst>
  </p:cSld>
</p:sld>
</file>

<file path=ppt/slides/slide7.xml><?xml version="1.0" encoding="utf-8"?>
<p:sld xmlns:p="http://schemas.openxmlformats.org/presentationml/2006/main">
  <p:cSld>
    <p:bg>
      <p:bgPr>
        <a:solidFill xmlns:a="http://schemas.openxmlformats.org/drawingml/2006/main">
          <a:srgbClr val="193F35"/>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80B6764-7368-4027-869E-11A7559D382C}"/>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Working software and real GPU triage</a:t>
            </a:r>
          </a:p>
        </p:txBody>
      </p:sp>
      <p:sp>
        <p:nvSpPr>
          <p:cNvPr id="2" name="ShiftBridge / Console">
            <a:extLst xmlns:a="http://schemas.openxmlformats.org/drawingml/2006/main">
              <a:ext uri="{FF2B5EF4-FFF2-40B4-BE49-F238E27FC236}">
                <a16:creationId xmlns:a16="http://schemas.microsoft.com/office/drawing/2014/main" id="{1C50DE4D-DD75-46D7-A024-550EF6790A46}"/>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5CE"/>
                </a:solidFill>
                <a:latin typeface="Arial"/>
                <a:ea typeface="Arial"/>
                <a:cs typeface="Arial"/>
              </a:defRPr>
            </a:defPPr>
            <a:lvl1pPr>
              <a:defRPr sz="1200" b="0">
                <a:solidFill>
                  <a:srgbClr val="DCE5CE"/>
                </a:solidFill>
                <a:latin typeface="Arial"/>
                <a:ea typeface="Arial"/>
                <a:cs typeface="Arial"/>
              </a:defRPr>
            </a:lvl1pPr>
            <a:lvl2pPr>
              <a:defRPr sz="1200" b="0">
                <a:solidFill>
                  <a:srgbClr val="DCE5CE"/>
                </a:solidFill>
                <a:latin typeface="Arial"/>
                <a:ea typeface="Arial"/>
                <a:cs typeface="Arial"/>
              </a:defRPr>
            </a:lvl2pPr>
            <a:lvl3pPr>
              <a:defRPr sz="1200" b="0">
                <a:solidFill>
                  <a:srgbClr val="DCE5CE"/>
                </a:solidFill>
                <a:latin typeface="Arial"/>
                <a:ea typeface="Arial"/>
                <a:cs typeface="Arial"/>
              </a:defRPr>
            </a:lvl3pPr>
            <a:lvl4pPr>
              <a:defRPr sz="1200" b="0">
                <a:solidFill>
                  <a:srgbClr val="DCE5CE"/>
                </a:solidFill>
                <a:latin typeface="Arial"/>
                <a:ea typeface="Arial"/>
                <a:cs typeface="Arial"/>
              </a:defRPr>
            </a:lvl4pPr>
            <a:lvl5pPr>
              <a:defRPr sz="1200" b="0">
                <a:solidFill>
                  <a:srgbClr val="DCE5CE"/>
                </a:solidFill>
                <a:latin typeface="Arial"/>
                <a:ea typeface="Arial"/>
                <a:cs typeface="Arial"/>
              </a:defRPr>
            </a:lvl5pPr>
            <a:lvl6pPr>
              <a:defRPr sz="1200" b="0">
                <a:solidFill>
                  <a:srgbClr val="DCE5CE"/>
                </a:solidFill>
                <a:latin typeface="Arial"/>
                <a:ea typeface="Arial"/>
                <a:cs typeface="Arial"/>
              </a:defRPr>
            </a:lvl6pPr>
            <a:lvl7pPr>
              <a:defRPr sz="1200" b="0">
                <a:solidFill>
                  <a:srgbClr val="DCE5CE"/>
                </a:solidFill>
                <a:latin typeface="Arial"/>
                <a:ea typeface="Arial"/>
                <a:cs typeface="Arial"/>
              </a:defRPr>
            </a:lvl7pPr>
            <a:lvl8pPr>
              <a:defRPr sz="1200" b="0">
                <a:solidFill>
                  <a:srgbClr val="DCE5CE"/>
                </a:solidFill>
                <a:latin typeface="Arial"/>
                <a:ea typeface="Arial"/>
                <a:cs typeface="Arial"/>
              </a:defRPr>
            </a:lvl8pPr>
            <a:lvl9pPr>
              <a:defRPr sz="1200" b="0">
                <a:solidFill>
                  <a:srgbClr val="DCE5CE"/>
                </a:solidFill>
                <a:latin typeface="Arial"/>
                <a:ea typeface="Arial"/>
                <a:cs typeface="Arial"/>
              </a:defRPr>
            </a:lvl9pPr>
          </a:lstStyle>
          <a:p xmlns:a="http://schemas.openxmlformats.org/drawingml/2006/main">
            <a:pPr>
              <a:defRPr sz="1200" b="0">
                <a:solidFill>
                  <a:srgbClr val="DCE5CE"/>
                </a:solidFill>
                <a:latin typeface="Arial"/>
                <a:ea typeface="Arial"/>
                <a:cs typeface="Arial"/>
              </a:defRPr>
            </a:pPr>
            <a:r>
              <a:rPr sz="1200" b="0">
                <a:solidFill>
                  <a:srgbClr val="DCE5CE"/>
                </a:solidFill>
                <a:latin typeface="Arial"/>
                <a:ea typeface="Arial"/>
                <a:cs typeface="Arial"/>
              </a:rPr>
              <a:t>ShiftBridge / Console</a:t>
            </a:r>
          </a:p>
        </p:txBody>
      </p:sp>
      <p:sp>
        <p:nvSpPr>
          <p:cNvPr id="3" name="07 / 08">
            <a:extLst xmlns:a="http://schemas.openxmlformats.org/drawingml/2006/main">
              <a:ext uri="{FF2B5EF4-FFF2-40B4-BE49-F238E27FC236}">
                <a16:creationId xmlns:a16="http://schemas.microsoft.com/office/drawing/2014/main" id="{AFAF74DE-EC25-47AE-A4BB-0CF3E873271A}"/>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DCE5CE"/>
                </a:solidFill>
                <a:latin typeface="Arial"/>
                <a:ea typeface="Arial"/>
                <a:cs typeface="Arial"/>
              </a:defRPr>
            </a:defPPr>
            <a:lvl1pPr>
              <a:defRPr sz="1200" b="0">
                <a:solidFill>
                  <a:srgbClr val="DCE5CE"/>
                </a:solidFill>
                <a:latin typeface="Arial"/>
                <a:ea typeface="Arial"/>
                <a:cs typeface="Arial"/>
              </a:defRPr>
            </a:lvl1pPr>
            <a:lvl2pPr>
              <a:defRPr sz="1200" b="0">
                <a:solidFill>
                  <a:srgbClr val="DCE5CE"/>
                </a:solidFill>
                <a:latin typeface="Arial"/>
                <a:ea typeface="Arial"/>
                <a:cs typeface="Arial"/>
              </a:defRPr>
            </a:lvl2pPr>
            <a:lvl3pPr>
              <a:defRPr sz="1200" b="0">
                <a:solidFill>
                  <a:srgbClr val="DCE5CE"/>
                </a:solidFill>
                <a:latin typeface="Arial"/>
                <a:ea typeface="Arial"/>
                <a:cs typeface="Arial"/>
              </a:defRPr>
            </a:lvl3pPr>
            <a:lvl4pPr>
              <a:defRPr sz="1200" b="0">
                <a:solidFill>
                  <a:srgbClr val="DCE5CE"/>
                </a:solidFill>
                <a:latin typeface="Arial"/>
                <a:ea typeface="Arial"/>
                <a:cs typeface="Arial"/>
              </a:defRPr>
            </a:lvl4pPr>
            <a:lvl5pPr>
              <a:defRPr sz="1200" b="0">
                <a:solidFill>
                  <a:srgbClr val="DCE5CE"/>
                </a:solidFill>
                <a:latin typeface="Arial"/>
                <a:ea typeface="Arial"/>
                <a:cs typeface="Arial"/>
              </a:defRPr>
            </a:lvl5pPr>
            <a:lvl6pPr>
              <a:defRPr sz="1200" b="0">
                <a:solidFill>
                  <a:srgbClr val="DCE5CE"/>
                </a:solidFill>
                <a:latin typeface="Arial"/>
                <a:ea typeface="Arial"/>
                <a:cs typeface="Arial"/>
              </a:defRPr>
            </a:lvl6pPr>
            <a:lvl7pPr>
              <a:defRPr sz="1200" b="0">
                <a:solidFill>
                  <a:srgbClr val="DCE5CE"/>
                </a:solidFill>
                <a:latin typeface="Arial"/>
                <a:ea typeface="Arial"/>
                <a:cs typeface="Arial"/>
              </a:defRPr>
            </a:lvl7pPr>
            <a:lvl8pPr>
              <a:defRPr sz="1200" b="0">
                <a:solidFill>
                  <a:srgbClr val="DCE5CE"/>
                </a:solidFill>
                <a:latin typeface="Arial"/>
                <a:ea typeface="Arial"/>
                <a:cs typeface="Arial"/>
              </a:defRPr>
            </a:lvl8pPr>
            <a:lvl9pPr>
              <a:defRPr sz="1200" b="0">
                <a:solidFill>
                  <a:srgbClr val="DCE5CE"/>
                </a:solidFill>
                <a:latin typeface="Arial"/>
                <a:ea typeface="Arial"/>
                <a:cs typeface="Arial"/>
              </a:defRPr>
            </a:lvl9pPr>
          </a:lstStyle>
          <a:p xmlns:a="http://schemas.openxmlformats.org/drawingml/2006/main">
            <a:pPr>
              <a:defRPr sz="1200" b="0">
                <a:solidFill>
                  <a:srgbClr val="DCE5CE"/>
                </a:solidFill>
                <a:latin typeface="Arial"/>
                <a:ea typeface="Arial"/>
                <a:cs typeface="Arial"/>
              </a:defRPr>
            </a:pPr>
            <a:r>
              <a:rPr sz="1200" b="0">
                <a:solidFill>
                  <a:srgbClr val="DCE5CE"/>
                </a:solidFill>
                <a:latin typeface="Arial"/>
                <a:ea typeface="Arial"/>
                <a:cs typeface="Arial"/>
              </a:rPr>
              <a:t>07 / 08</a:t>
            </a:r>
          </a:p>
        </p:txBody>
      </p:sp>
      <p:sp>
        <p:nvSpPr>
          <p:cNvPr id="4" name="React and TypeScript interface">
            <a:extLst xmlns:a="http://schemas.openxmlformats.org/drawingml/2006/main">
              <a:ext uri="{FF2B5EF4-FFF2-40B4-BE49-F238E27FC236}">
                <a16:creationId xmlns:a16="http://schemas.microsoft.com/office/drawing/2014/main" id="{8D51E04F-731A-4B7D-A032-8077C07096E1}"/>
              </a:ext>
            </a:extLst>
          </p:cNvPr>
          <p:cNvSpPr>
            <a:spLocks xmlns:a="http://schemas.openxmlformats.org/drawingml/2006/main" noGrp="1"/>
          </p:cNvSpPr>
          <p:nvPr/>
        </p:nvSpPr>
        <p:spPr>
          <a:xfrm xmlns:a="http://schemas.openxmlformats.org/drawingml/2006/main">
            <a:off x="609600" y="1857375"/>
            <a:ext cx="628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Arial"/>
                <a:ea typeface="Arial"/>
                <a:cs typeface="Arial"/>
              </a:defRPr>
            </a:defPPr>
            <a:lvl1pPr>
              <a:defRPr sz="2325" b="1">
                <a:solidFill>
                  <a:srgbClr val="FFFFFF"/>
                </a:solidFill>
                <a:latin typeface="Arial"/>
                <a:ea typeface="Arial"/>
                <a:cs typeface="Arial"/>
              </a:defRPr>
            </a:lvl1pPr>
            <a:lvl2pPr>
              <a:defRPr sz="2325" b="1">
                <a:solidFill>
                  <a:srgbClr val="FFFFFF"/>
                </a:solidFill>
                <a:latin typeface="Arial"/>
                <a:ea typeface="Arial"/>
                <a:cs typeface="Arial"/>
              </a:defRPr>
            </a:lvl2pPr>
            <a:lvl3pPr>
              <a:defRPr sz="2325" b="1">
                <a:solidFill>
                  <a:srgbClr val="FFFFFF"/>
                </a:solidFill>
                <a:latin typeface="Arial"/>
                <a:ea typeface="Arial"/>
                <a:cs typeface="Arial"/>
              </a:defRPr>
            </a:lvl3pPr>
            <a:lvl4pPr>
              <a:defRPr sz="2325" b="1">
                <a:solidFill>
                  <a:srgbClr val="FFFFFF"/>
                </a:solidFill>
                <a:latin typeface="Arial"/>
                <a:ea typeface="Arial"/>
                <a:cs typeface="Arial"/>
              </a:defRPr>
            </a:lvl4pPr>
            <a:lvl5pPr>
              <a:defRPr sz="2325" b="1">
                <a:solidFill>
                  <a:srgbClr val="FFFFFF"/>
                </a:solidFill>
                <a:latin typeface="Arial"/>
                <a:ea typeface="Arial"/>
                <a:cs typeface="Arial"/>
              </a:defRPr>
            </a:lvl5pPr>
            <a:lvl6pPr>
              <a:defRPr sz="2325" b="1">
                <a:solidFill>
                  <a:srgbClr val="FFFFFF"/>
                </a:solidFill>
                <a:latin typeface="Arial"/>
                <a:ea typeface="Arial"/>
                <a:cs typeface="Arial"/>
              </a:defRPr>
            </a:lvl6pPr>
            <a:lvl7pPr>
              <a:defRPr sz="2325" b="1">
                <a:solidFill>
                  <a:srgbClr val="FFFFFF"/>
                </a:solidFill>
                <a:latin typeface="Arial"/>
                <a:ea typeface="Arial"/>
                <a:cs typeface="Arial"/>
              </a:defRPr>
            </a:lvl7pPr>
            <a:lvl8pPr>
              <a:defRPr sz="2325" b="1">
                <a:solidFill>
                  <a:srgbClr val="FFFFFF"/>
                </a:solidFill>
                <a:latin typeface="Arial"/>
                <a:ea typeface="Arial"/>
                <a:cs typeface="Arial"/>
              </a:defRPr>
            </a:lvl8pPr>
            <a:lvl9pPr>
              <a:defRPr sz="2325" b="1">
                <a:solidFill>
                  <a:srgbClr val="FFFFFF"/>
                </a:solidFill>
                <a:latin typeface="Arial"/>
                <a:ea typeface="Arial"/>
                <a:cs typeface="Arial"/>
              </a:defRPr>
            </a:lvl9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React and TypeScript interface</a:t>
            </a:r>
          </a:p>
        </p:txBody>
      </p:sp>
      <p:sp>
        <p:nvSpPr>
          <p:cNvPr id="5" name="Fastify API and PostgreSQL persiste">
            <a:extLst xmlns:a="http://schemas.openxmlformats.org/drawingml/2006/main">
              <a:ext uri="{FF2B5EF4-FFF2-40B4-BE49-F238E27FC236}">
                <a16:creationId xmlns:a16="http://schemas.microsoft.com/office/drawing/2014/main" id="{CC0A0D7C-688D-4B65-89E9-EF6A4D97E0E2}"/>
              </a:ext>
            </a:extLst>
          </p:cNvPr>
          <p:cNvSpPr>
            <a:spLocks xmlns:a="http://schemas.openxmlformats.org/drawingml/2006/main" noGrp="1"/>
          </p:cNvSpPr>
          <p:nvPr/>
        </p:nvSpPr>
        <p:spPr>
          <a:xfrm xmlns:a="http://schemas.openxmlformats.org/drawingml/2006/main">
            <a:off x="609600" y="2524125"/>
            <a:ext cx="628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CE5CE"/>
                </a:solidFill>
                <a:latin typeface="Arial"/>
                <a:ea typeface="Arial"/>
                <a:cs typeface="Arial"/>
              </a:defRPr>
            </a:defPPr>
            <a:lvl1pPr>
              <a:defRPr sz="2175" b="0">
                <a:solidFill>
                  <a:srgbClr val="DCE5CE"/>
                </a:solidFill>
                <a:latin typeface="Arial"/>
                <a:ea typeface="Arial"/>
                <a:cs typeface="Arial"/>
              </a:defRPr>
            </a:lvl1pPr>
            <a:lvl2pPr>
              <a:defRPr sz="2175" b="0">
                <a:solidFill>
                  <a:srgbClr val="DCE5CE"/>
                </a:solidFill>
                <a:latin typeface="Arial"/>
                <a:ea typeface="Arial"/>
                <a:cs typeface="Arial"/>
              </a:defRPr>
            </a:lvl2pPr>
            <a:lvl3pPr>
              <a:defRPr sz="2175" b="0">
                <a:solidFill>
                  <a:srgbClr val="DCE5CE"/>
                </a:solidFill>
                <a:latin typeface="Arial"/>
                <a:ea typeface="Arial"/>
                <a:cs typeface="Arial"/>
              </a:defRPr>
            </a:lvl3pPr>
            <a:lvl4pPr>
              <a:defRPr sz="2175" b="0">
                <a:solidFill>
                  <a:srgbClr val="DCE5CE"/>
                </a:solidFill>
                <a:latin typeface="Arial"/>
                <a:ea typeface="Arial"/>
                <a:cs typeface="Arial"/>
              </a:defRPr>
            </a:lvl4pPr>
            <a:lvl5pPr>
              <a:defRPr sz="2175" b="0">
                <a:solidFill>
                  <a:srgbClr val="DCE5CE"/>
                </a:solidFill>
                <a:latin typeface="Arial"/>
                <a:ea typeface="Arial"/>
                <a:cs typeface="Arial"/>
              </a:defRPr>
            </a:lvl5pPr>
            <a:lvl6pPr>
              <a:defRPr sz="2175" b="0">
                <a:solidFill>
                  <a:srgbClr val="DCE5CE"/>
                </a:solidFill>
                <a:latin typeface="Arial"/>
                <a:ea typeface="Arial"/>
                <a:cs typeface="Arial"/>
              </a:defRPr>
            </a:lvl6pPr>
            <a:lvl7pPr>
              <a:defRPr sz="2175" b="0">
                <a:solidFill>
                  <a:srgbClr val="DCE5CE"/>
                </a:solidFill>
                <a:latin typeface="Arial"/>
                <a:ea typeface="Arial"/>
                <a:cs typeface="Arial"/>
              </a:defRPr>
            </a:lvl7pPr>
            <a:lvl8pPr>
              <a:defRPr sz="2175" b="0">
                <a:solidFill>
                  <a:srgbClr val="DCE5CE"/>
                </a:solidFill>
                <a:latin typeface="Arial"/>
                <a:ea typeface="Arial"/>
                <a:cs typeface="Arial"/>
              </a:defRPr>
            </a:lvl8pPr>
            <a:lvl9pPr>
              <a:defRPr sz="2175" b="0">
                <a:solidFill>
                  <a:srgbClr val="DCE5CE"/>
                </a:solidFill>
                <a:latin typeface="Arial"/>
                <a:ea typeface="Arial"/>
                <a:cs typeface="Arial"/>
              </a:defRPr>
            </a:lvl9pPr>
          </a:lstStyle>
          <a:p xmlns:a="http://schemas.openxmlformats.org/drawingml/2006/main">
            <a:pPr>
              <a:defRPr sz="2175" b="0">
                <a:solidFill>
                  <a:srgbClr val="DCE5CE"/>
                </a:solidFill>
                <a:latin typeface="Arial"/>
                <a:ea typeface="Arial"/>
                <a:cs typeface="Arial"/>
              </a:defRPr>
            </a:pPr>
            <a:r>
              <a:rPr sz="2175" b="0">
                <a:solidFill>
                  <a:srgbClr val="DCE5CE"/>
                </a:solidFill>
                <a:latin typeface="Arial"/>
                <a:ea typeface="Arial"/>
                <a:cs typeface="Arial"/>
              </a:rPr>
              <a:t>Fastify API and PostgreSQL persistence</a:t>
            </a:r>
          </a:p>
        </p:txBody>
      </p:sp>
      <p:sp>
        <p:nvSpPr>
          <p:cNvPr id="6" name="arXiv refresh and bounded GPU triag">
            <a:extLst xmlns:a="http://schemas.openxmlformats.org/drawingml/2006/main">
              <a:ext uri="{FF2B5EF4-FFF2-40B4-BE49-F238E27FC236}">
                <a16:creationId xmlns:a16="http://schemas.microsoft.com/office/drawing/2014/main" id="{8E7D3108-1B29-4689-87BB-1F7BF6BFBAC2}"/>
              </a:ext>
            </a:extLst>
          </p:cNvPr>
          <p:cNvSpPr>
            <a:spLocks xmlns:a="http://schemas.openxmlformats.org/drawingml/2006/main" noGrp="1"/>
          </p:cNvSpPr>
          <p:nvPr/>
        </p:nvSpPr>
        <p:spPr>
          <a:xfrm xmlns:a="http://schemas.openxmlformats.org/drawingml/2006/main">
            <a:off x="609600" y="3190875"/>
            <a:ext cx="628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CE5CE"/>
                </a:solidFill>
                <a:latin typeface="Arial"/>
                <a:ea typeface="Arial"/>
                <a:cs typeface="Arial"/>
              </a:defRPr>
            </a:defPPr>
            <a:lvl1pPr>
              <a:defRPr sz="2175" b="0">
                <a:solidFill>
                  <a:srgbClr val="DCE5CE"/>
                </a:solidFill>
                <a:latin typeface="Arial"/>
                <a:ea typeface="Arial"/>
                <a:cs typeface="Arial"/>
              </a:defRPr>
            </a:lvl1pPr>
            <a:lvl2pPr>
              <a:defRPr sz="2175" b="0">
                <a:solidFill>
                  <a:srgbClr val="DCE5CE"/>
                </a:solidFill>
                <a:latin typeface="Arial"/>
                <a:ea typeface="Arial"/>
                <a:cs typeface="Arial"/>
              </a:defRPr>
            </a:lvl2pPr>
            <a:lvl3pPr>
              <a:defRPr sz="2175" b="0">
                <a:solidFill>
                  <a:srgbClr val="DCE5CE"/>
                </a:solidFill>
                <a:latin typeface="Arial"/>
                <a:ea typeface="Arial"/>
                <a:cs typeface="Arial"/>
              </a:defRPr>
            </a:lvl3pPr>
            <a:lvl4pPr>
              <a:defRPr sz="2175" b="0">
                <a:solidFill>
                  <a:srgbClr val="DCE5CE"/>
                </a:solidFill>
                <a:latin typeface="Arial"/>
                <a:ea typeface="Arial"/>
                <a:cs typeface="Arial"/>
              </a:defRPr>
            </a:lvl4pPr>
            <a:lvl5pPr>
              <a:defRPr sz="2175" b="0">
                <a:solidFill>
                  <a:srgbClr val="DCE5CE"/>
                </a:solidFill>
                <a:latin typeface="Arial"/>
                <a:ea typeface="Arial"/>
                <a:cs typeface="Arial"/>
              </a:defRPr>
            </a:lvl5pPr>
            <a:lvl6pPr>
              <a:defRPr sz="2175" b="0">
                <a:solidFill>
                  <a:srgbClr val="DCE5CE"/>
                </a:solidFill>
                <a:latin typeface="Arial"/>
                <a:ea typeface="Arial"/>
                <a:cs typeface="Arial"/>
              </a:defRPr>
            </a:lvl6pPr>
            <a:lvl7pPr>
              <a:defRPr sz="2175" b="0">
                <a:solidFill>
                  <a:srgbClr val="DCE5CE"/>
                </a:solidFill>
                <a:latin typeface="Arial"/>
                <a:ea typeface="Arial"/>
                <a:cs typeface="Arial"/>
              </a:defRPr>
            </a:lvl7pPr>
            <a:lvl8pPr>
              <a:defRPr sz="2175" b="0">
                <a:solidFill>
                  <a:srgbClr val="DCE5CE"/>
                </a:solidFill>
                <a:latin typeface="Arial"/>
                <a:ea typeface="Arial"/>
                <a:cs typeface="Arial"/>
              </a:defRPr>
            </a:lvl8pPr>
            <a:lvl9pPr>
              <a:defRPr sz="2175" b="0">
                <a:solidFill>
                  <a:srgbClr val="DCE5CE"/>
                </a:solidFill>
                <a:latin typeface="Arial"/>
                <a:ea typeface="Arial"/>
                <a:cs typeface="Arial"/>
              </a:defRPr>
            </a:lvl9pPr>
          </a:lstStyle>
          <a:p xmlns:a="http://schemas.openxmlformats.org/drawingml/2006/main">
            <a:pPr>
              <a:defRPr sz="2175" b="0">
                <a:solidFill>
                  <a:srgbClr val="DCE5CE"/>
                </a:solidFill>
                <a:latin typeface="Arial"/>
                <a:ea typeface="Arial"/>
                <a:cs typeface="Arial"/>
              </a:defRPr>
            </a:pPr>
            <a:r>
              <a:rPr sz="2175" b="0">
                <a:solidFill>
                  <a:srgbClr val="DCE5CE"/>
                </a:solidFill>
                <a:latin typeface="Arial"/>
                <a:ea typeface="Arial"/>
                <a:cs typeface="Arial"/>
              </a:rPr>
              <a:t>arXiv refresh and bounded GPU triage</a:t>
            </a:r>
          </a:p>
        </p:txBody>
      </p:sp>
      <p:sp>
        <p:nvSpPr>
          <p:cNvPr id="7" name="7 v3 jobs completed on CUDA">
            <a:extLst xmlns:a="http://schemas.openxmlformats.org/drawingml/2006/main">
              <a:ext uri="{FF2B5EF4-FFF2-40B4-BE49-F238E27FC236}">
                <a16:creationId xmlns:a16="http://schemas.microsoft.com/office/drawing/2014/main" id="{6FBD9A3E-A744-4BF7-8FF8-CDC194F1F5F1}"/>
              </a:ext>
            </a:extLst>
          </p:cNvPr>
          <p:cNvSpPr>
            <a:spLocks xmlns:a="http://schemas.openxmlformats.org/drawingml/2006/main" noGrp="1"/>
          </p:cNvSpPr>
          <p:nvPr/>
        </p:nvSpPr>
        <p:spPr>
          <a:xfrm xmlns:a="http://schemas.openxmlformats.org/drawingml/2006/main">
            <a:off x="609600" y="3857625"/>
            <a:ext cx="628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CE5CE"/>
                </a:solidFill>
                <a:latin typeface="Arial"/>
                <a:ea typeface="Arial"/>
                <a:cs typeface="Arial"/>
              </a:defRPr>
            </a:defPPr>
            <a:lvl1pPr>
              <a:defRPr sz="2175" b="0">
                <a:solidFill>
                  <a:srgbClr val="DCE5CE"/>
                </a:solidFill>
                <a:latin typeface="Arial"/>
                <a:ea typeface="Arial"/>
                <a:cs typeface="Arial"/>
              </a:defRPr>
            </a:lvl1pPr>
            <a:lvl2pPr>
              <a:defRPr sz="2175" b="0">
                <a:solidFill>
                  <a:srgbClr val="DCE5CE"/>
                </a:solidFill>
                <a:latin typeface="Arial"/>
                <a:ea typeface="Arial"/>
                <a:cs typeface="Arial"/>
              </a:defRPr>
            </a:lvl2pPr>
            <a:lvl3pPr>
              <a:defRPr sz="2175" b="0">
                <a:solidFill>
                  <a:srgbClr val="DCE5CE"/>
                </a:solidFill>
                <a:latin typeface="Arial"/>
                <a:ea typeface="Arial"/>
                <a:cs typeface="Arial"/>
              </a:defRPr>
            </a:lvl3pPr>
            <a:lvl4pPr>
              <a:defRPr sz="2175" b="0">
                <a:solidFill>
                  <a:srgbClr val="DCE5CE"/>
                </a:solidFill>
                <a:latin typeface="Arial"/>
                <a:ea typeface="Arial"/>
                <a:cs typeface="Arial"/>
              </a:defRPr>
            </a:lvl4pPr>
            <a:lvl5pPr>
              <a:defRPr sz="2175" b="0">
                <a:solidFill>
                  <a:srgbClr val="DCE5CE"/>
                </a:solidFill>
                <a:latin typeface="Arial"/>
                <a:ea typeface="Arial"/>
                <a:cs typeface="Arial"/>
              </a:defRPr>
            </a:lvl5pPr>
            <a:lvl6pPr>
              <a:defRPr sz="2175" b="0">
                <a:solidFill>
                  <a:srgbClr val="DCE5CE"/>
                </a:solidFill>
                <a:latin typeface="Arial"/>
                <a:ea typeface="Arial"/>
                <a:cs typeface="Arial"/>
              </a:defRPr>
            </a:lvl6pPr>
            <a:lvl7pPr>
              <a:defRPr sz="2175" b="0">
                <a:solidFill>
                  <a:srgbClr val="DCE5CE"/>
                </a:solidFill>
                <a:latin typeface="Arial"/>
                <a:ea typeface="Arial"/>
                <a:cs typeface="Arial"/>
              </a:defRPr>
            </a:lvl7pPr>
            <a:lvl8pPr>
              <a:defRPr sz="2175" b="0">
                <a:solidFill>
                  <a:srgbClr val="DCE5CE"/>
                </a:solidFill>
                <a:latin typeface="Arial"/>
                <a:ea typeface="Arial"/>
                <a:cs typeface="Arial"/>
              </a:defRPr>
            </a:lvl8pPr>
            <a:lvl9pPr>
              <a:defRPr sz="2175" b="0">
                <a:solidFill>
                  <a:srgbClr val="DCE5CE"/>
                </a:solidFill>
                <a:latin typeface="Arial"/>
                <a:ea typeface="Arial"/>
                <a:cs typeface="Arial"/>
              </a:defRPr>
            </a:lvl9pPr>
          </a:lstStyle>
          <a:p xmlns:a="http://schemas.openxmlformats.org/drawingml/2006/main">
            <a:pPr>
              <a:defRPr sz="2175" b="0">
                <a:solidFill>
                  <a:srgbClr val="DCE5CE"/>
                </a:solidFill>
                <a:latin typeface="Arial"/>
                <a:ea typeface="Arial"/>
                <a:cs typeface="Arial"/>
              </a:defRPr>
            </a:pPr>
            <a:r>
              <a:rPr sz="2175" b="0">
                <a:solidFill>
                  <a:srgbClr val="DCE5CE"/>
                </a:solidFill>
                <a:latin typeface="Arial"/>
                <a:ea typeface="Arial"/>
                <a:cs typeface="Arial"/>
              </a:rPr>
              <a:t>7 v3 jobs completed on CUDA</a:t>
            </a:r>
          </a:p>
        </p:txBody>
      </p:sp>
      <p:sp>
        <p:nvSpPr>
          <p:cNvPr id="8" name="257">
            <a:extLst xmlns:a="http://schemas.openxmlformats.org/drawingml/2006/main">
              <a:ext uri="{FF2B5EF4-FFF2-40B4-BE49-F238E27FC236}">
                <a16:creationId xmlns:a16="http://schemas.microsoft.com/office/drawing/2014/main" id="{12F98B2D-392C-4D42-952D-583552706EDB}"/>
              </a:ext>
            </a:extLst>
          </p:cNvPr>
          <p:cNvSpPr>
            <a:spLocks xmlns:a="http://schemas.openxmlformats.org/drawingml/2006/main" noGrp="1"/>
          </p:cNvSpPr>
          <p:nvPr/>
        </p:nvSpPr>
        <p:spPr>
          <a:xfrm xmlns:a="http://schemas.openxmlformats.org/drawingml/2006/main">
            <a:off x="8410575" y="1743075"/>
            <a:ext cx="3171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200" b="1">
                <a:solidFill>
                  <a:srgbClr val="FFFFFF"/>
                </a:solidFill>
                <a:latin typeface="Arial"/>
                <a:ea typeface="Arial"/>
                <a:cs typeface="Arial"/>
              </a:defRPr>
            </a:defPPr>
            <a:lvl1pPr>
              <a:defRPr sz="7200" b="1">
                <a:solidFill>
                  <a:srgbClr val="FFFFFF"/>
                </a:solidFill>
                <a:latin typeface="Arial"/>
                <a:ea typeface="Arial"/>
                <a:cs typeface="Arial"/>
              </a:defRPr>
            </a:lvl1pPr>
            <a:lvl2pPr>
              <a:defRPr sz="7200" b="1">
                <a:solidFill>
                  <a:srgbClr val="FFFFFF"/>
                </a:solidFill>
                <a:latin typeface="Arial"/>
                <a:ea typeface="Arial"/>
                <a:cs typeface="Arial"/>
              </a:defRPr>
            </a:lvl2pPr>
            <a:lvl3pPr>
              <a:defRPr sz="7200" b="1">
                <a:solidFill>
                  <a:srgbClr val="FFFFFF"/>
                </a:solidFill>
                <a:latin typeface="Arial"/>
                <a:ea typeface="Arial"/>
                <a:cs typeface="Arial"/>
              </a:defRPr>
            </a:lvl3pPr>
            <a:lvl4pPr>
              <a:defRPr sz="7200" b="1">
                <a:solidFill>
                  <a:srgbClr val="FFFFFF"/>
                </a:solidFill>
                <a:latin typeface="Arial"/>
                <a:ea typeface="Arial"/>
                <a:cs typeface="Arial"/>
              </a:defRPr>
            </a:lvl4pPr>
            <a:lvl5pPr>
              <a:defRPr sz="7200" b="1">
                <a:solidFill>
                  <a:srgbClr val="FFFFFF"/>
                </a:solidFill>
                <a:latin typeface="Arial"/>
                <a:ea typeface="Arial"/>
                <a:cs typeface="Arial"/>
              </a:defRPr>
            </a:lvl5pPr>
            <a:lvl6pPr>
              <a:defRPr sz="7200" b="1">
                <a:solidFill>
                  <a:srgbClr val="FFFFFF"/>
                </a:solidFill>
                <a:latin typeface="Arial"/>
                <a:ea typeface="Arial"/>
                <a:cs typeface="Arial"/>
              </a:defRPr>
            </a:lvl6pPr>
            <a:lvl7pPr>
              <a:defRPr sz="7200" b="1">
                <a:solidFill>
                  <a:srgbClr val="FFFFFF"/>
                </a:solidFill>
                <a:latin typeface="Arial"/>
                <a:ea typeface="Arial"/>
                <a:cs typeface="Arial"/>
              </a:defRPr>
            </a:lvl7pPr>
            <a:lvl8pPr>
              <a:defRPr sz="7200" b="1">
                <a:solidFill>
                  <a:srgbClr val="FFFFFF"/>
                </a:solidFill>
                <a:latin typeface="Arial"/>
                <a:ea typeface="Arial"/>
                <a:cs typeface="Arial"/>
              </a:defRPr>
            </a:lvl8pPr>
            <a:lvl9pPr>
              <a:defRPr sz="7200" b="1">
                <a:solidFill>
                  <a:srgbClr val="FFFFFF"/>
                </a:solidFill>
                <a:latin typeface="Arial"/>
                <a:ea typeface="Arial"/>
                <a:cs typeface="Arial"/>
              </a:defRPr>
            </a:lvl9pPr>
          </a:lstStyle>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257</a:t>
            </a:r>
          </a:p>
        </p:txBody>
      </p:sp>
      <p:sp>
        <p:nvSpPr>
          <p:cNvPr id="9" name="local suite tests passed">
            <a:extLst xmlns:a="http://schemas.openxmlformats.org/drawingml/2006/main">
              <a:ext uri="{FF2B5EF4-FFF2-40B4-BE49-F238E27FC236}">
                <a16:creationId xmlns:a16="http://schemas.microsoft.com/office/drawing/2014/main" id="{B4416BBE-A0BE-4D49-AF4F-6824C18DE51C}"/>
              </a:ext>
            </a:extLst>
          </p:cNvPr>
          <p:cNvSpPr>
            <a:spLocks xmlns:a="http://schemas.openxmlformats.org/drawingml/2006/main" noGrp="1"/>
          </p:cNvSpPr>
          <p:nvPr/>
        </p:nvSpPr>
        <p:spPr>
          <a:xfrm xmlns:a="http://schemas.openxmlformats.org/drawingml/2006/main">
            <a:off x="8410575" y="3028950"/>
            <a:ext cx="3171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E5CE"/>
                </a:solidFill>
                <a:latin typeface="Arial"/>
                <a:ea typeface="Arial"/>
                <a:cs typeface="Arial"/>
              </a:defRPr>
            </a:defPPr>
            <a:lvl1pPr>
              <a:defRPr sz="2100" b="0">
                <a:solidFill>
                  <a:srgbClr val="DCE5CE"/>
                </a:solidFill>
                <a:latin typeface="Arial"/>
                <a:ea typeface="Arial"/>
                <a:cs typeface="Arial"/>
              </a:defRPr>
            </a:lvl1pPr>
            <a:lvl2pPr>
              <a:defRPr sz="2100" b="0">
                <a:solidFill>
                  <a:srgbClr val="DCE5CE"/>
                </a:solidFill>
                <a:latin typeface="Arial"/>
                <a:ea typeface="Arial"/>
                <a:cs typeface="Arial"/>
              </a:defRPr>
            </a:lvl2pPr>
            <a:lvl3pPr>
              <a:defRPr sz="2100" b="0">
                <a:solidFill>
                  <a:srgbClr val="DCE5CE"/>
                </a:solidFill>
                <a:latin typeface="Arial"/>
                <a:ea typeface="Arial"/>
                <a:cs typeface="Arial"/>
              </a:defRPr>
            </a:lvl3pPr>
            <a:lvl4pPr>
              <a:defRPr sz="2100" b="0">
                <a:solidFill>
                  <a:srgbClr val="DCE5CE"/>
                </a:solidFill>
                <a:latin typeface="Arial"/>
                <a:ea typeface="Arial"/>
                <a:cs typeface="Arial"/>
              </a:defRPr>
            </a:lvl4pPr>
            <a:lvl5pPr>
              <a:defRPr sz="2100" b="0">
                <a:solidFill>
                  <a:srgbClr val="DCE5CE"/>
                </a:solidFill>
                <a:latin typeface="Arial"/>
                <a:ea typeface="Arial"/>
                <a:cs typeface="Arial"/>
              </a:defRPr>
            </a:lvl5pPr>
            <a:lvl6pPr>
              <a:defRPr sz="2100" b="0">
                <a:solidFill>
                  <a:srgbClr val="DCE5CE"/>
                </a:solidFill>
                <a:latin typeface="Arial"/>
                <a:ea typeface="Arial"/>
                <a:cs typeface="Arial"/>
              </a:defRPr>
            </a:lvl6pPr>
            <a:lvl7pPr>
              <a:defRPr sz="2100" b="0">
                <a:solidFill>
                  <a:srgbClr val="DCE5CE"/>
                </a:solidFill>
                <a:latin typeface="Arial"/>
                <a:ea typeface="Arial"/>
                <a:cs typeface="Arial"/>
              </a:defRPr>
            </a:lvl7pPr>
            <a:lvl8pPr>
              <a:defRPr sz="2100" b="0">
                <a:solidFill>
                  <a:srgbClr val="DCE5CE"/>
                </a:solidFill>
                <a:latin typeface="Arial"/>
                <a:ea typeface="Arial"/>
                <a:cs typeface="Arial"/>
              </a:defRPr>
            </a:lvl8pPr>
            <a:lvl9pPr>
              <a:defRPr sz="2100" b="0">
                <a:solidFill>
                  <a:srgbClr val="DCE5CE"/>
                </a:solidFill>
                <a:latin typeface="Arial"/>
                <a:ea typeface="Arial"/>
                <a:cs typeface="Arial"/>
              </a:defRPr>
            </a:lvl9pPr>
          </a:lstStyle>
          <a:p xmlns:a="http://schemas.openxmlformats.org/drawingml/2006/main">
            <a:pPr>
              <a:defRPr sz="2100" b="0">
                <a:solidFill>
                  <a:srgbClr val="DCE5CE"/>
                </a:solidFill>
                <a:latin typeface="Arial"/>
                <a:ea typeface="Arial"/>
                <a:cs typeface="Arial"/>
              </a:defRPr>
            </a:pPr>
            <a:r>
              <a:rPr sz="2100" b="0">
                <a:solidFill>
                  <a:srgbClr val="DCE5CE"/>
                </a:solidFill>
                <a:latin typeface="Arial"/>
                <a:ea typeface="Arial"/>
                <a:cs typeface="Arial"/>
              </a:rPr>
              <a:t>local suite tests passed</a:t>
            </a:r>
          </a:p>
        </p:txBody>
      </p:sp>
      <p:sp>
        <p:nvSpPr>
          <p:cNvPr id="10" name="3 optional DB checks skipped locall">
            <a:extLst xmlns:a="http://schemas.openxmlformats.org/drawingml/2006/main">
              <a:ext uri="{FF2B5EF4-FFF2-40B4-BE49-F238E27FC236}">
                <a16:creationId xmlns:a16="http://schemas.microsoft.com/office/drawing/2014/main" id="{1400646F-F79D-4938-9F06-F3794581483A}"/>
              </a:ext>
            </a:extLst>
          </p:cNvPr>
          <p:cNvSpPr>
            <a:spLocks xmlns:a="http://schemas.openxmlformats.org/drawingml/2006/main" noGrp="1"/>
          </p:cNvSpPr>
          <p:nvPr/>
        </p:nvSpPr>
        <p:spPr>
          <a:xfrm xmlns:a="http://schemas.openxmlformats.org/drawingml/2006/main">
            <a:off x="8410575" y="3943350"/>
            <a:ext cx="31718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CE5CE"/>
                </a:solidFill>
                <a:latin typeface="Arial"/>
                <a:ea typeface="Arial"/>
                <a:cs typeface="Arial"/>
              </a:defRPr>
            </a:defPPr>
            <a:lvl1pPr>
              <a:defRPr sz="1650" b="0">
                <a:solidFill>
                  <a:srgbClr val="DCE5CE"/>
                </a:solidFill>
                <a:latin typeface="Arial"/>
                <a:ea typeface="Arial"/>
                <a:cs typeface="Arial"/>
              </a:defRPr>
            </a:lvl1pPr>
            <a:lvl2pPr>
              <a:defRPr sz="1650" b="0">
                <a:solidFill>
                  <a:srgbClr val="DCE5CE"/>
                </a:solidFill>
                <a:latin typeface="Arial"/>
                <a:ea typeface="Arial"/>
                <a:cs typeface="Arial"/>
              </a:defRPr>
            </a:lvl2pPr>
            <a:lvl3pPr>
              <a:defRPr sz="1650" b="0">
                <a:solidFill>
                  <a:srgbClr val="DCE5CE"/>
                </a:solidFill>
                <a:latin typeface="Arial"/>
                <a:ea typeface="Arial"/>
                <a:cs typeface="Arial"/>
              </a:defRPr>
            </a:lvl3pPr>
            <a:lvl4pPr>
              <a:defRPr sz="1650" b="0">
                <a:solidFill>
                  <a:srgbClr val="DCE5CE"/>
                </a:solidFill>
                <a:latin typeface="Arial"/>
                <a:ea typeface="Arial"/>
                <a:cs typeface="Arial"/>
              </a:defRPr>
            </a:lvl4pPr>
            <a:lvl5pPr>
              <a:defRPr sz="1650" b="0">
                <a:solidFill>
                  <a:srgbClr val="DCE5CE"/>
                </a:solidFill>
                <a:latin typeface="Arial"/>
                <a:ea typeface="Arial"/>
                <a:cs typeface="Arial"/>
              </a:defRPr>
            </a:lvl5pPr>
            <a:lvl6pPr>
              <a:defRPr sz="1650" b="0">
                <a:solidFill>
                  <a:srgbClr val="DCE5CE"/>
                </a:solidFill>
                <a:latin typeface="Arial"/>
                <a:ea typeface="Arial"/>
                <a:cs typeface="Arial"/>
              </a:defRPr>
            </a:lvl6pPr>
            <a:lvl7pPr>
              <a:defRPr sz="1650" b="0">
                <a:solidFill>
                  <a:srgbClr val="DCE5CE"/>
                </a:solidFill>
                <a:latin typeface="Arial"/>
                <a:ea typeface="Arial"/>
                <a:cs typeface="Arial"/>
              </a:defRPr>
            </a:lvl7pPr>
            <a:lvl8pPr>
              <a:defRPr sz="1650" b="0">
                <a:solidFill>
                  <a:srgbClr val="DCE5CE"/>
                </a:solidFill>
                <a:latin typeface="Arial"/>
                <a:ea typeface="Arial"/>
                <a:cs typeface="Arial"/>
              </a:defRPr>
            </a:lvl8pPr>
            <a:lvl9pPr>
              <a:defRPr sz="1650" b="0">
                <a:solidFill>
                  <a:srgbClr val="DCE5CE"/>
                </a:solidFill>
                <a:latin typeface="Arial"/>
                <a:ea typeface="Arial"/>
                <a:cs typeface="Arial"/>
              </a:defRPr>
            </a:lvl9pPr>
          </a:lstStyle>
          <a:p xmlns:a="http://schemas.openxmlformats.org/drawingml/2006/main">
            <a:pPr>
              <a:defRPr sz="1650" b="0">
                <a:solidFill>
                  <a:srgbClr val="DCE5CE"/>
                </a:solidFill>
                <a:latin typeface="Arial"/>
                <a:ea typeface="Arial"/>
                <a:cs typeface="Arial"/>
              </a:defRPr>
            </a:pPr>
            <a:r>
              <a:rPr sz="1650" b="0">
                <a:solidFill>
                  <a:srgbClr val="DCE5CE"/>
                </a:solidFill>
                <a:latin typeface="Arial"/>
                <a:ea typeface="Arial"/>
                <a:cs typeface="Arial"/>
              </a:rPr>
              <a:t>3 optional DB checks skipped locally</a:t>
            </a:r>
          </a:p>
        </p:txBody>
      </p:sp>
      <p:sp>
        <p:nvSpPr>
          <p:cNvPr id="11" name="Human review controls every publish">
            <a:extLst xmlns:a="http://schemas.openxmlformats.org/drawingml/2006/main">
              <a:ext uri="{FF2B5EF4-FFF2-40B4-BE49-F238E27FC236}">
                <a16:creationId xmlns:a16="http://schemas.microsoft.com/office/drawing/2014/main" id="{AC193F3B-D805-461D-A938-DC52FDE99107}"/>
              </a:ext>
            </a:extLst>
          </p:cNvPr>
          <p:cNvSpPr>
            <a:spLocks xmlns:a="http://schemas.openxmlformats.org/drawingml/2006/main" noGrp="1"/>
          </p:cNvSpPr>
          <p:nvPr/>
        </p:nvSpPr>
        <p:spPr>
          <a:xfrm xmlns:a="http://schemas.openxmlformats.org/drawingml/2006/main">
            <a:off x="609600" y="52006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Human review controls every published change.</a:t>
            </a:r>
          </a:p>
        </p:txBody>
      </p:sp>
      <p:sp>
        <p:nvSpPr>
          <p:cNvPr id="12" name="Six synthetic cases support a limit">
            <a:extLst xmlns:a="http://schemas.openxmlformats.org/drawingml/2006/main">
              <a:ext uri="{FF2B5EF4-FFF2-40B4-BE49-F238E27FC236}">
                <a16:creationId xmlns:a16="http://schemas.microsoft.com/office/drawing/2014/main" id="{A7308D10-34E9-4A76-874B-BF700A2178D6}"/>
              </a:ext>
            </a:extLst>
          </p:cNvPr>
          <p:cNvSpPr>
            <a:spLocks xmlns:a="http://schemas.openxmlformats.org/drawingml/2006/main" noGrp="1"/>
          </p:cNvSpPr>
          <p:nvPr/>
        </p:nvSpPr>
        <p:spPr>
          <a:xfrm xmlns:a="http://schemas.openxmlformats.org/drawingml/2006/main">
            <a:off x="609600" y="59721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CE5CE"/>
                </a:solidFill>
                <a:latin typeface="Arial"/>
                <a:ea typeface="Arial"/>
                <a:cs typeface="Arial"/>
              </a:defRPr>
            </a:defPPr>
            <a:lvl1pPr>
              <a:defRPr sz="1500" b="0">
                <a:solidFill>
                  <a:srgbClr val="DCE5CE"/>
                </a:solidFill>
                <a:latin typeface="Arial"/>
                <a:ea typeface="Arial"/>
                <a:cs typeface="Arial"/>
              </a:defRPr>
            </a:lvl1pPr>
            <a:lvl2pPr>
              <a:defRPr sz="1500" b="0">
                <a:solidFill>
                  <a:srgbClr val="DCE5CE"/>
                </a:solidFill>
                <a:latin typeface="Arial"/>
                <a:ea typeface="Arial"/>
                <a:cs typeface="Arial"/>
              </a:defRPr>
            </a:lvl2pPr>
            <a:lvl3pPr>
              <a:defRPr sz="1500" b="0">
                <a:solidFill>
                  <a:srgbClr val="DCE5CE"/>
                </a:solidFill>
                <a:latin typeface="Arial"/>
                <a:ea typeface="Arial"/>
                <a:cs typeface="Arial"/>
              </a:defRPr>
            </a:lvl3pPr>
            <a:lvl4pPr>
              <a:defRPr sz="1500" b="0">
                <a:solidFill>
                  <a:srgbClr val="DCE5CE"/>
                </a:solidFill>
                <a:latin typeface="Arial"/>
                <a:ea typeface="Arial"/>
                <a:cs typeface="Arial"/>
              </a:defRPr>
            </a:lvl4pPr>
            <a:lvl5pPr>
              <a:defRPr sz="1500" b="0">
                <a:solidFill>
                  <a:srgbClr val="DCE5CE"/>
                </a:solidFill>
                <a:latin typeface="Arial"/>
                <a:ea typeface="Arial"/>
                <a:cs typeface="Arial"/>
              </a:defRPr>
            </a:lvl5pPr>
            <a:lvl6pPr>
              <a:defRPr sz="1500" b="0">
                <a:solidFill>
                  <a:srgbClr val="DCE5CE"/>
                </a:solidFill>
                <a:latin typeface="Arial"/>
                <a:ea typeface="Arial"/>
                <a:cs typeface="Arial"/>
              </a:defRPr>
            </a:lvl6pPr>
            <a:lvl7pPr>
              <a:defRPr sz="1500" b="0">
                <a:solidFill>
                  <a:srgbClr val="DCE5CE"/>
                </a:solidFill>
                <a:latin typeface="Arial"/>
                <a:ea typeface="Arial"/>
                <a:cs typeface="Arial"/>
              </a:defRPr>
            </a:lvl7pPr>
            <a:lvl8pPr>
              <a:defRPr sz="1500" b="0">
                <a:solidFill>
                  <a:srgbClr val="DCE5CE"/>
                </a:solidFill>
                <a:latin typeface="Arial"/>
                <a:ea typeface="Arial"/>
                <a:cs typeface="Arial"/>
              </a:defRPr>
            </a:lvl8pPr>
            <a:lvl9pPr>
              <a:defRPr sz="1500" b="0">
                <a:solidFill>
                  <a:srgbClr val="DCE5CE"/>
                </a:solidFill>
                <a:latin typeface="Arial"/>
                <a:ea typeface="Arial"/>
                <a:cs typeface="Arial"/>
              </a:defRPr>
            </a:lvl9pPr>
          </a:lstStyle>
          <a:p xmlns:a="http://schemas.openxmlformats.org/drawingml/2006/main">
            <a:pPr>
              <a:defRPr sz="1500" b="0">
                <a:solidFill>
                  <a:srgbClr val="DCE5CE"/>
                </a:solidFill>
                <a:latin typeface="Arial"/>
                <a:ea typeface="Arial"/>
                <a:cs typeface="Arial"/>
              </a:defRPr>
            </a:pPr>
            <a:r>
              <a:rPr sz="1500" b="0">
                <a:solidFill>
                  <a:srgbClr val="DCE5CE"/>
                </a:solidFill>
                <a:latin typeface="Arial"/>
                <a:ea typeface="Arial"/>
                <a:cs typeface="Arial"/>
              </a:rPr>
              <a:t>Six synthetic cases support a limited ranking check. Wider quality remains unmeasured.</a:t>
            </a:r>
          </a:p>
        </p:txBody>
      </p:sp>
    </p:spTree>
    <p:extLst>
      <p:ext uri="{BB962C8B-B14F-4D97-AF65-F5344CB8AC3E}">
        <p14:creationId xmlns:p14="http://schemas.microsoft.com/office/powerpoint/2010/main" val="198807149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D1BCA592-B253-48C9-824B-FF9224D983B9}"/>
              </a:ext>
            </a:extLst>
          </p:cNvPr>
          <p:cNvSpPr>
            <a:spLocks xmlns:a="http://schemas.openxmlformats.org/drawingml/2006/main" noGrp="1"/>
          </p:cNvSpPr>
          <p:nvPr/>
        </p:nvSpPr>
        <p:spPr>
          <a:xfrm xmlns:a="http://schemas.openxmlformats.org/drawingml/2006/main">
            <a:off x="609600" y="514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3E35"/>
                </a:solidFill>
                <a:latin typeface="Arial"/>
                <a:ea typeface="Arial"/>
                <a:cs typeface="Arial"/>
              </a:defRPr>
            </a:defPPr>
            <a:lvl1pPr>
              <a:defRPr sz="3300" b="1">
                <a:solidFill>
                  <a:srgbClr val="233E35"/>
                </a:solidFill>
                <a:latin typeface="Arial"/>
                <a:ea typeface="Arial"/>
                <a:cs typeface="Arial"/>
              </a:defRPr>
            </a:lvl1pPr>
            <a:lvl2pPr>
              <a:defRPr sz="3300" b="1">
                <a:solidFill>
                  <a:srgbClr val="233E35"/>
                </a:solidFill>
                <a:latin typeface="Arial"/>
                <a:ea typeface="Arial"/>
                <a:cs typeface="Arial"/>
              </a:defRPr>
            </a:lvl2pPr>
            <a:lvl3pPr>
              <a:defRPr sz="3300" b="1">
                <a:solidFill>
                  <a:srgbClr val="233E35"/>
                </a:solidFill>
                <a:latin typeface="Arial"/>
                <a:ea typeface="Arial"/>
                <a:cs typeface="Arial"/>
              </a:defRPr>
            </a:lvl3pPr>
            <a:lvl4pPr>
              <a:defRPr sz="3300" b="1">
                <a:solidFill>
                  <a:srgbClr val="233E35"/>
                </a:solidFill>
                <a:latin typeface="Arial"/>
                <a:ea typeface="Arial"/>
                <a:cs typeface="Arial"/>
              </a:defRPr>
            </a:lvl4pPr>
            <a:lvl5pPr>
              <a:defRPr sz="3300" b="1">
                <a:solidFill>
                  <a:srgbClr val="233E35"/>
                </a:solidFill>
                <a:latin typeface="Arial"/>
                <a:ea typeface="Arial"/>
                <a:cs typeface="Arial"/>
              </a:defRPr>
            </a:lvl5pPr>
            <a:lvl6pPr>
              <a:defRPr sz="3300" b="1">
                <a:solidFill>
                  <a:srgbClr val="233E35"/>
                </a:solidFill>
                <a:latin typeface="Arial"/>
                <a:ea typeface="Arial"/>
                <a:cs typeface="Arial"/>
              </a:defRPr>
            </a:lvl6pPr>
            <a:lvl7pPr>
              <a:defRPr sz="3300" b="1">
                <a:solidFill>
                  <a:srgbClr val="233E35"/>
                </a:solidFill>
                <a:latin typeface="Arial"/>
                <a:ea typeface="Arial"/>
                <a:cs typeface="Arial"/>
              </a:defRPr>
            </a:lvl7pPr>
            <a:lvl8pPr>
              <a:defRPr sz="3300" b="1">
                <a:solidFill>
                  <a:srgbClr val="233E35"/>
                </a:solidFill>
                <a:latin typeface="Arial"/>
                <a:ea typeface="Arial"/>
                <a:cs typeface="Arial"/>
              </a:defRPr>
            </a:lvl8pPr>
            <a:lvl9pPr>
              <a:defRPr sz="3300" b="1">
                <a:solidFill>
                  <a:srgbClr val="233E35"/>
                </a:solidFill>
                <a:latin typeface="Arial"/>
                <a:ea typeface="Arial"/>
                <a:cs typeface="Arial"/>
              </a:defRPr>
            </a:lvl9pPr>
          </a:lstStyle>
          <a:p xmlns:a="http://schemas.openxmlformats.org/drawingml/2006/main">
            <a:pPr>
              <a:defRPr sz="3300" b="1">
                <a:solidFill>
                  <a:srgbClr val="233E35"/>
                </a:solidFill>
                <a:latin typeface="Arial"/>
                <a:ea typeface="Arial"/>
                <a:cs typeface="Arial"/>
              </a:defRPr>
            </a:pPr>
            <a:r>
              <a:rPr sz="3300" b="1">
                <a:solidFill>
                  <a:srgbClr val="233E35"/>
                </a:solidFill>
                <a:latin typeface="Arial"/>
                <a:ea typeface="Arial"/>
                <a:cs typeface="Arial"/>
              </a:rPr>
              <a:t>Relevant learning is the next test</a:t>
            </a:r>
          </a:p>
        </p:txBody>
      </p:sp>
      <p:sp>
        <p:nvSpPr>
          <p:cNvPr id="2" name="ShiftBridge / Console">
            <a:extLst xmlns:a="http://schemas.openxmlformats.org/drawingml/2006/main">
              <a:ext uri="{FF2B5EF4-FFF2-40B4-BE49-F238E27FC236}">
                <a16:creationId xmlns:a16="http://schemas.microsoft.com/office/drawing/2014/main" id="{CC269642-974A-4118-ACDB-662F7DDD0402}"/>
              </a:ext>
            </a:extLst>
          </p:cNvPr>
          <p:cNvSpPr>
            <a:spLocks xmlns:a="http://schemas.openxmlformats.org/drawingml/2006/main" noGrp="1"/>
          </p:cNvSpPr>
          <p:nvPr/>
        </p:nvSpPr>
        <p:spPr>
          <a:xfrm xmlns:a="http://schemas.openxmlformats.org/drawingml/2006/main">
            <a:off x="609600" y="64484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ShiftBridge / Console</a:t>
            </a:r>
          </a:p>
        </p:txBody>
      </p:sp>
      <p:sp>
        <p:nvSpPr>
          <p:cNvPr id="3" name="08 / 08">
            <a:extLst xmlns:a="http://schemas.openxmlformats.org/drawingml/2006/main">
              <a:ext uri="{FF2B5EF4-FFF2-40B4-BE49-F238E27FC236}">
                <a16:creationId xmlns:a16="http://schemas.microsoft.com/office/drawing/2014/main" id="{BD66616E-15F5-43BD-A875-CD94898CA3DD}"/>
              </a:ext>
            </a:extLst>
          </p:cNvPr>
          <p:cNvSpPr>
            <a:spLocks xmlns:a="http://schemas.openxmlformats.org/drawingml/2006/main" noGrp="1"/>
          </p:cNvSpPr>
          <p:nvPr/>
        </p:nvSpPr>
        <p:spPr>
          <a:xfrm xmlns:a="http://schemas.openxmlformats.org/drawingml/2006/main">
            <a:off x="10782300" y="6448425"/>
            <a:ext cx="800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47468"/>
                </a:solidFill>
                <a:latin typeface="Arial"/>
                <a:ea typeface="Arial"/>
                <a:cs typeface="Arial"/>
              </a:defRPr>
            </a:defPPr>
            <a:lvl1pPr>
              <a:defRPr sz="1200" b="0">
                <a:solidFill>
                  <a:srgbClr val="647468"/>
                </a:solidFill>
                <a:latin typeface="Arial"/>
                <a:ea typeface="Arial"/>
                <a:cs typeface="Arial"/>
              </a:defRPr>
            </a:lvl1pPr>
            <a:lvl2pPr>
              <a:defRPr sz="1200" b="0">
                <a:solidFill>
                  <a:srgbClr val="647468"/>
                </a:solidFill>
                <a:latin typeface="Arial"/>
                <a:ea typeface="Arial"/>
                <a:cs typeface="Arial"/>
              </a:defRPr>
            </a:lvl2pPr>
            <a:lvl3pPr>
              <a:defRPr sz="1200" b="0">
                <a:solidFill>
                  <a:srgbClr val="647468"/>
                </a:solidFill>
                <a:latin typeface="Arial"/>
                <a:ea typeface="Arial"/>
                <a:cs typeface="Arial"/>
              </a:defRPr>
            </a:lvl3pPr>
            <a:lvl4pPr>
              <a:defRPr sz="1200" b="0">
                <a:solidFill>
                  <a:srgbClr val="647468"/>
                </a:solidFill>
                <a:latin typeface="Arial"/>
                <a:ea typeface="Arial"/>
                <a:cs typeface="Arial"/>
              </a:defRPr>
            </a:lvl4pPr>
            <a:lvl5pPr>
              <a:defRPr sz="1200" b="0">
                <a:solidFill>
                  <a:srgbClr val="647468"/>
                </a:solidFill>
                <a:latin typeface="Arial"/>
                <a:ea typeface="Arial"/>
                <a:cs typeface="Arial"/>
              </a:defRPr>
            </a:lvl5pPr>
            <a:lvl6pPr>
              <a:defRPr sz="1200" b="0">
                <a:solidFill>
                  <a:srgbClr val="647468"/>
                </a:solidFill>
                <a:latin typeface="Arial"/>
                <a:ea typeface="Arial"/>
                <a:cs typeface="Arial"/>
              </a:defRPr>
            </a:lvl6pPr>
            <a:lvl7pPr>
              <a:defRPr sz="1200" b="0">
                <a:solidFill>
                  <a:srgbClr val="647468"/>
                </a:solidFill>
                <a:latin typeface="Arial"/>
                <a:ea typeface="Arial"/>
                <a:cs typeface="Arial"/>
              </a:defRPr>
            </a:lvl7pPr>
            <a:lvl8pPr>
              <a:defRPr sz="1200" b="0">
                <a:solidFill>
                  <a:srgbClr val="647468"/>
                </a:solidFill>
                <a:latin typeface="Arial"/>
                <a:ea typeface="Arial"/>
                <a:cs typeface="Arial"/>
              </a:defRPr>
            </a:lvl8pPr>
            <a:lvl9pPr>
              <a:defRPr sz="1200" b="0">
                <a:solidFill>
                  <a:srgbClr val="647468"/>
                </a:solidFill>
                <a:latin typeface="Arial"/>
                <a:ea typeface="Arial"/>
                <a:cs typeface="Arial"/>
              </a:defRPr>
            </a:lvl9pPr>
          </a:lstStyle>
          <a:p xmlns:a="http://schemas.openxmlformats.org/drawingml/2006/main">
            <a:pPr>
              <a:defRPr sz="1200" b="0">
                <a:solidFill>
                  <a:srgbClr val="647468"/>
                </a:solidFill>
                <a:latin typeface="Arial"/>
                <a:ea typeface="Arial"/>
                <a:cs typeface="Arial"/>
              </a:defRPr>
            </a:pPr>
            <a:r>
              <a:rPr sz="1200" b="0">
                <a:solidFill>
                  <a:srgbClr val="647468"/>
                </a:solidFill>
                <a:latin typeface="Arial"/>
                <a:ea typeface="Arial"/>
                <a:cs typeface="Arial"/>
              </a:rPr>
              <a:t>08 / 08</a:t>
            </a:r>
          </a:p>
        </p:txBody>
      </p:sp>
      <p:sp>
        <p:nvSpPr>
          <p:cNvPr id="4" name="SDG 4.4">
            <a:extLst xmlns:a="http://schemas.openxmlformats.org/drawingml/2006/main">
              <a:ext uri="{FF2B5EF4-FFF2-40B4-BE49-F238E27FC236}">
                <a16:creationId xmlns:a16="http://schemas.microsoft.com/office/drawing/2014/main" id="{6586AE05-F141-4F9E-8035-21C8ABCDE548}"/>
              </a:ext>
            </a:extLst>
          </p:cNvPr>
          <p:cNvSpPr>
            <a:spLocks xmlns:a="http://schemas.openxmlformats.org/drawingml/2006/main" noGrp="1"/>
          </p:cNvSpPr>
          <p:nvPr/>
        </p:nvSpPr>
        <p:spPr>
          <a:xfrm xmlns:a="http://schemas.openxmlformats.org/drawingml/2006/main">
            <a:off x="609600" y="18478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93F35"/>
                </a:solidFill>
                <a:latin typeface="Arial"/>
                <a:ea typeface="Arial"/>
                <a:cs typeface="Arial"/>
              </a:defRPr>
            </a:defPPr>
            <a:lvl1pPr>
              <a:defRPr sz="4050" b="1">
                <a:solidFill>
                  <a:srgbClr val="193F35"/>
                </a:solidFill>
                <a:latin typeface="Arial"/>
                <a:ea typeface="Arial"/>
                <a:cs typeface="Arial"/>
              </a:defRPr>
            </a:lvl1pPr>
            <a:lvl2pPr>
              <a:defRPr sz="4050" b="1">
                <a:solidFill>
                  <a:srgbClr val="193F35"/>
                </a:solidFill>
                <a:latin typeface="Arial"/>
                <a:ea typeface="Arial"/>
                <a:cs typeface="Arial"/>
              </a:defRPr>
            </a:lvl2pPr>
            <a:lvl3pPr>
              <a:defRPr sz="4050" b="1">
                <a:solidFill>
                  <a:srgbClr val="193F35"/>
                </a:solidFill>
                <a:latin typeface="Arial"/>
                <a:ea typeface="Arial"/>
                <a:cs typeface="Arial"/>
              </a:defRPr>
            </a:lvl3pPr>
            <a:lvl4pPr>
              <a:defRPr sz="4050" b="1">
                <a:solidFill>
                  <a:srgbClr val="193F35"/>
                </a:solidFill>
                <a:latin typeface="Arial"/>
                <a:ea typeface="Arial"/>
                <a:cs typeface="Arial"/>
              </a:defRPr>
            </a:lvl4pPr>
            <a:lvl5pPr>
              <a:defRPr sz="4050" b="1">
                <a:solidFill>
                  <a:srgbClr val="193F35"/>
                </a:solidFill>
                <a:latin typeface="Arial"/>
                <a:ea typeface="Arial"/>
                <a:cs typeface="Arial"/>
              </a:defRPr>
            </a:lvl5pPr>
            <a:lvl6pPr>
              <a:defRPr sz="4050" b="1">
                <a:solidFill>
                  <a:srgbClr val="193F35"/>
                </a:solidFill>
                <a:latin typeface="Arial"/>
                <a:ea typeface="Arial"/>
                <a:cs typeface="Arial"/>
              </a:defRPr>
            </a:lvl6pPr>
            <a:lvl7pPr>
              <a:defRPr sz="4050" b="1">
                <a:solidFill>
                  <a:srgbClr val="193F35"/>
                </a:solidFill>
                <a:latin typeface="Arial"/>
                <a:ea typeface="Arial"/>
                <a:cs typeface="Arial"/>
              </a:defRPr>
            </a:lvl7pPr>
            <a:lvl8pPr>
              <a:defRPr sz="4050" b="1">
                <a:solidFill>
                  <a:srgbClr val="193F35"/>
                </a:solidFill>
                <a:latin typeface="Arial"/>
                <a:ea typeface="Arial"/>
                <a:cs typeface="Arial"/>
              </a:defRPr>
            </a:lvl8pPr>
            <a:lvl9pPr>
              <a:defRPr sz="4050" b="1">
                <a:solidFill>
                  <a:srgbClr val="193F35"/>
                </a:solidFill>
                <a:latin typeface="Arial"/>
                <a:ea typeface="Arial"/>
                <a:cs typeface="Arial"/>
              </a:defRPr>
            </a:lvl9pPr>
          </a:lstStyle>
          <a:p xmlns:a="http://schemas.openxmlformats.org/drawingml/2006/main">
            <a:pPr>
              <a:defRPr sz="4050" b="1">
                <a:solidFill>
                  <a:srgbClr val="193F35"/>
                </a:solidFill>
                <a:latin typeface="Arial"/>
                <a:ea typeface="Arial"/>
                <a:cs typeface="Arial"/>
              </a:defRPr>
            </a:pPr>
            <a:r>
              <a:rPr sz="4050" b="1">
                <a:solidFill>
                  <a:srgbClr val="193F35"/>
                </a:solidFill>
                <a:latin typeface="Arial"/>
                <a:ea typeface="Arial"/>
                <a:cs typeface="Arial"/>
              </a:rPr>
              <a:t>SDG 4.4</a:t>
            </a:r>
          </a:p>
        </p:txBody>
      </p:sp>
      <p:sp>
        <p:nvSpPr>
          <p:cNvPr id="5" name="Relevant technical skills">
            <a:extLst xmlns:a="http://schemas.openxmlformats.org/drawingml/2006/main">
              <a:ext uri="{FF2B5EF4-FFF2-40B4-BE49-F238E27FC236}">
                <a16:creationId xmlns:a16="http://schemas.microsoft.com/office/drawing/2014/main" id="{8364A245-66AF-4F1D-A48B-1F11A4A87683}"/>
              </a:ext>
            </a:extLst>
          </p:cNvPr>
          <p:cNvSpPr>
            <a:spLocks xmlns:a="http://schemas.openxmlformats.org/drawingml/2006/main" noGrp="1"/>
          </p:cNvSpPr>
          <p:nvPr/>
        </p:nvSpPr>
        <p:spPr>
          <a:xfrm xmlns:a="http://schemas.openxmlformats.org/drawingml/2006/main">
            <a:off x="609600" y="261937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E35"/>
                </a:solidFill>
                <a:latin typeface="Arial"/>
                <a:ea typeface="Arial"/>
                <a:cs typeface="Arial"/>
              </a:defRPr>
            </a:defPPr>
            <a:lvl1pPr>
              <a:defRPr sz="2325" b="0">
                <a:solidFill>
                  <a:srgbClr val="233E35"/>
                </a:solidFill>
                <a:latin typeface="Arial"/>
                <a:ea typeface="Arial"/>
                <a:cs typeface="Arial"/>
              </a:defRPr>
            </a:lvl1pPr>
            <a:lvl2pPr>
              <a:defRPr sz="2325" b="0">
                <a:solidFill>
                  <a:srgbClr val="233E35"/>
                </a:solidFill>
                <a:latin typeface="Arial"/>
                <a:ea typeface="Arial"/>
                <a:cs typeface="Arial"/>
              </a:defRPr>
            </a:lvl2pPr>
            <a:lvl3pPr>
              <a:defRPr sz="2325" b="0">
                <a:solidFill>
                  <a:srgbClr val="233E35"/>
                </a:solidFill>
                <a:latin typeface="Arial"/>
                <a:ea typeface="Arial"/>
                <a:cs typeface="Arial"/>
              </a:defRPr>
            </a:lvl3pPr>
            <a:lvl4pPr>
              <a:defRPr sz="2325" b="0">
                <a:solidFill>
                  <a:srgbClr val="233E35"/>
                </a:solidFill>
                <a:latin typeface="Arial"/>
                <a:ea typeface="Arial"/>
                <a:cs typeface="Arial"/>
              </a:defRPr>
            </a:lvl4pPr>
            <a:lvl5pPr>
              <a:defRPr sz="2325" b="0">
                <a:solidFill>
                  <a:srgbClr val="233E35"/>
                </a:solidFill>
                <a:latin typeface="Arial"/>
                <a:ea typeface="Arial"/>
                <a:cs typeface="Arial"/>
              </a:defRPr>
            </a:lvl5pPr>
            <a:lvl6pPr>
              <a:defRPr sz="2325" b="0">
                <a:solidFill>
                  <a:srgbClr val="233E35"/>
                </a:solidFill>
                <a:latin typeface="Arial"/>
                <a:ea typeface="Arial"/>
                <a:cs typeface="Arial"/>
              </a:defRPr>
            </a:lvl6pPr>
            <a:lvl7pPr>
              <a:defRPr sz="2325" b="0">
                <a:solidFill>
                  <a:srgbClr val="233E35"/>
                </a:solidFill>
                <a:latin typeface="Arial"/>
                <a:ea typeface="Arial"/>
                <a:cs typeface="Arial"/>
              </a:defRPr>
            </a:lvl7pPr>
            <a:lvl8pPr>
              <a:defRPr sz="2325" b="0">
                <a:solidFill>
                  <a:srgbClr val="233E35"/>
                </a:solidFill>
                <a:latin typeface="Arial"/>
                <a:ea typeface="Arial"/>
                <a:cs typeface="Arial"/>
              </a:defRPr>
            </a:lvl8pPr>
            <a:lvl9pPr>
              <a:defRPr sz="2325" b="0">
                <a:solidFill>
                  <a:srgbClr val="233E35"/>
                </a:solidFill>
                <a:latin typeface="Arial"/>
                <a:ea typeface="Arial"/>
                <a:cs typeface="Arial"/>
              </a:defRPr>
            </a:lvl9pPr>
          </a:lstStyle>
          <a:p xmlns:a="http://schemas.openxmlformats.org/drawingml/2006/main">
            <a:pPr>
              <a:defRPr sz="2325" b="0">
                <a:solidFill>
                  <a:srgbClr val="233E35"/>
                </a:solidFill>
                <a:latin typeface="Arial"/>
                <a:ea typeface="Arial"/>
                <a:cs typeface="Arial"/>
              </a:defRPr>
            </a:pPr>
            <a:r>
              <a:rPr sz="2325" b="0">
                <a:solidFill>
                  <a:srgbClr val="233E35"/>
                </a:solidFill>
                <a:latin typeface="Arial"/>
                <a:ea typeface="Arial"/>
                <a:cs typeface="Arial"/>
              </a:rPr>
              <a:t>Relevant technical skills</a:t>
            </a:r>
          </a:p>
        </p:txBody>
      </p:sp>
      <p:sp>
        <p:nvSpPr>
          <p:cNvPr id="6" name="SDG 4.3">
            <a:extLst xmlns:a="http://schemas.openxmlformats.org/drawingml/2006/main">
              <a:ext uri="{FF2B5EF4-FFF2-40B4-BE49-F238E27FC236}">
                <a16:creationId xmlns:a16="http://schemas.microsoft.com/office/drawing/2014/main" id="{B2DA1C0C-3948-42D9-B468-7B18F225616C}"/>
              </a:ext>
            </a:extLst>
          </p:cNvPr>
          <p:cNvSpPr>
            <a:spLocks xmlns:a="http://schemas.openxmlformats.org/drawingml/2006/main" noGrp="1"/>
          </p:cNvSpPr>
          <p:nvPr/>
        </p:nvSpPr>
        <p:spPr>
          <a:xfrm xmlns:a="http://schemas.openxmlformats.org/drawingml/2006/main">
            <a:off x="609600" y="365760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93F35"/>
                </a:solidFill>
                <a:latin typeface="Arial"/>
                <a:ea typeface="Arial"/>
                <a:cs typeface="Arial"/>
              </a:defRPr>
            </a:defPPr>
            <a:lvl1pPr>
              <a:defRPr sz="4050" b="1">
                <a:solidFill>
                  <a:srgbClr val="193F35"/>
                </a:solidFill>
                <a:latin typeface="Arial"/>
                <a:ea typeface="Arial"/>
                <a:cs typeface="Arial"/>
              </a:defRPr>
            </a:lvl1pPr>
            <a:lvl2pPr>
              <a:defRPr sz="4050" b="1">
                <a:solidFill>
                  <a:srgbClr val="193F35"/>
                </a:solidFill>
                <a:latin typeface="Arial"/>
                <a:ea typeface="Arial"/>
                <a:cs typeface="Arial"/>
              </a:defRPr>
            </a:lvl2pPr>
            <a:lvl3pPr>
              <a:defRPr sz="4050" b="1">
                <a:solidFill>
                  <a:srgbClr val="193F35"/>
                </a:solidFill>
                <a:latin typeface="Arial"/>
                <a:ea typeface="Arial"/>
                <a:cs typeface="Arial"/>
              </a:defRPr>
            </a:lvl3pPr>
            <a:lvl4pPr>
              <a:defRPr sz="4050" b="1">
                <a:solidFill>
                  <a:srgbClr val="193F35"/>
                </a:solidFill>
                <a:latin typeface="Arial"/>
                <a:ea typeface="Arial"/>
                <a:cs typeface="Arial"/>
              </a:defRPr>
            </a:lvl4pPr>
            <a:lvl5pPr>
              <a:defRPr sz="4050" b="1">
                <a:solidFill>
                  <a:srgbClr val="193F35"/>
                </a:solidFill>
                <a:latin typeface="Arial"/>
                <a:ea typeface="Arial"/>
                <a:cs typeface="Arial"/>
              </a:defRPr>
            </a:lvl5pPr>
            <a:lvl6pPr>
              <a:defRPr sz="4050" b="1">
                <a:solidFill>
                  <a:srgbClr val="193F35"/>
                </a:solidFill>
                <a:latin typeface="Arial"/>
                <a:ea typeface="Arial"/>
                <a:cs typeface="Arial"/>
              </a:defRPr>
            </a:lvl6pPr>
            <a:lvl7pPr>
              <a:defRPr sz="4050" b="1">
                <a:solidFill>
                  <a:srgbClr val="193F35"/>
                </a:solidFill>
                <a:latin typeface="Arial"/>
                <a:ea typeface="Arial"/>
                <a:cs typeface="Arial"/>
              </a:defRPr>
            </a:lvl7pPr>
            <a:lvl8pPr>
              <a:defRPr sz="4050" b="1">
                <a:solidFill>
                  <a:srgbClr val="193F35"/>
                </a:solidFill>
                <a:latin typeface="Arial"/>
                <a:ea typeface="Arial"/>
                <a:cs typeface="Arial"/>
              </a:defRPr>
            </a:lvl8pPr>
            <a:lvl9pPr>
              <a:defRPr sz="4050" b="1">
                <a:solidFill>
                  <a:srgbClr val="193F35"/>
                </a:solidFill>
                <a:latin typeface="Arial"/>
                <a:ea typeface="Arial"/>
                <a:cs typeface="Arial"/>
              </a:defRPr>
            </a:lvl9pPr>
          </a:lstStyle>
          <a:p xmlns:a="http://schemas.openxmlformats.org/drawingml/2006/main">
            <a:pPr>
              <a:defRPr sz="4050" b="1">
                <a:solidFill>
                  <a:srgbClr val="193F35"/>
                </a:solidFill>
                <a:latin typeface="Arial"/>
                <a:ea typeface="Arial"/>
                <a:cs typeface="Arial"/>
              </a:defRPr>
            </a:pPr>
            <a:r>
              <a:rPr sz="4050" b="1">
                <a:solidFill>
                  <a:srgbClr val="193F35"/>
                </a:solidFill>
                <a:latin typeface="Arial"/>
                <a:ea typeface="Arial"/>
                <a:cs typeface="Arial"/>
              </a:rPr>
              <a:t>SDG 4.3</a:t>
            </a:r>
          </a:p>
        </p:txBody>
      </p:sp>
      <p:sp>
        <p:nvSpPr>
          <p:cNvPr id="7" name="Affordable learning access">
            <a:extLst xmlns:a="http://schemas.openxmlformats.org/drawingml/2006/main">
              <a:ext uri="{FF2B5EF4-FFF2-40B4-BE49-F238E27FC236}">
                <a16:creationId xmlns:a16="http://schemas.microsoft.com/office/drawing/2014/main" id="{834CCE63-7681-4D59-AA45-C3FE23A291E3}"/>
              </a:ext>
            </a:extLst>
          </p:cNvPr>
          <p:cNvSpPr>
            <a:spLocks xmlns:a="http://schemas.openxmlformats.org/drawingml/2006/main" noGrp="1"/>
          </p:cNvSpPr>
          <p:nvPr/>
        </p:nvSpPr>
        <p:spPr>
          <a:xfrm xmlns:a="http://schemas.openxmlformats.org/drawingml/2006/main">
            <a:off x="609600" y="4429125"/>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E35"/>
                </a:solidFill>
                <a:latin typeface="Arial"/>
                <a:ea typeface="Arial"/>
                <a:cs typeface="Arial"/>
              </a:defRPr>
            </a:defPPr>
            <a:lvl1pPr>
              <a:defRPr sz="2325" b="0">
                <a:solidFill>
                  <a:srgbClr val="233E35"/>
                </a:solidFill>
                <a:latin typeface="Arial"/>
                <a:ea typeface="Arial"/>
                <a:cs typeface="Arial"/>
              </a:defRPr>
            </a:lvl1pPr>
            <a:lvl2pPr>
              <a:defRPr sz="2325" b="0">
                <a:solidFill>
                  <a:srgbClr val="233E35"/>
                </a:solidFill>
                <a:latin typeface="Arial"/>
                <a:ea typeface="Arial"/>
                <a:cs typeface="Arial"/>
              </a:defRPr>
            </a:lvl2pPr>
            <a:lvl3pPr>
              <a:defRPr sz="2325" b="0">
                <a:solidFill>
                  <a:srgbClr val="233E35"/>
                </a:solidFill>
                <a:latin typeface="Arial"/>
                <a:ea typeface="Arial"/>
                <a:cs typeface="Arial"/>
              </a:defRPr>
            </a:lvl3pPr>
            <a:lvl4pPr>
              <a:defRPr sz="2325" b="0">
                <a:solidFill>
                  <a:srgbClr val="233E35"/>
                </a:solidFill>
                <a:latin typeface="Arial"/>
                <a:ea typeface="Arial"/>
                <a:cs typeface="Arial"/>
              </a:defRPr>
            </a:lvl4pPr>
            <a:lvl5pPr>
              <a:defRPr sz="2325" b="0">
                <a:solidFill>
                  <a:srgbClr val="233E35"/>
                </a:solidFill>
                <a:latin typeface="Arial"/>
                <a:ea typeface="Arial"/>
                <a:cs typeface="Arial"/>
              </a:defRPr>
            </a:lvl5pPr>
            <a:lvl6pPr>
              <a:defRPr sz="2325" b="0">
                <a:solidFill>
                  <a:srgbClr val="233E35"/>
                </a:solidFill>
                <a:latin typeface="Arial"/>
                <a:ea typeface="Arial"/>
                <a:cs typeface="Arial"/>
              </a:defRPr>
            </a:lvl6pPr>
            <a:lvl7pPr>
              <a:defRPr sz="2325" b="0">
                <a:solidFill>
                  <a:srgbClr val="233E35"/>
                </a:solidFill>
                <a:latin typeface="Arial"/>
                <a:ea typeface="Arial"/>
                <a:cs typeface="Arial"/>
              </a:defRPr>
            </a:lvl7pPr>
            <a:lvl8pPr>
              <a:defRPr sz="2325" b="0">
                <a:solidFill>
                  <a:srgbClr val="233E35"/>
                </a:solidFill>
                <a:latin typeface="Arial"/>
                <a:ea typeface="Arial"/>
                <a:cs typeface="Arial"/>
              </a:defRPr>
            </a:lvl8pPr>
            <a:lvl9pPr>
              <a:defRPr sz="2325" b="0">
                <a:solidFill>
                  <a:srgbClr val="233E35"/>
                </a:solidFill>
                <a:latin typeface="Arial"/>
                <a:ea typeface="Arial"/>
                <a:cs typeface="Arial"/>
              </a:defRPr>
            </a:lvl9pPr>
          </a:lstStyle>
          <a:p xmlns:a="http://schemas.openxmlformats.org/drawingml/2006/main">
            <a:pPr>
              <a:defRPr sz="2325" b="0">
                <a:solidFill>
                  <a:srgbClr val="233E35"/>
                </a:solidFill>
                <a:latin typeface="Arial"/>
                <a:ea typeface="Arial"/>
                <a:cs typeface="Arial"/>
              </a:defRPr>
            </a:pPr>
            <a:r>
              <a:rPr sz="2325" b="0">
                <a:solidFill>
                  <a:srgbClr val="233E35"/>
                </a:solidFill>
                <a:latin typeface="Arial"/>
                <a:ea typeface="Arial"/>
                <a:cs typeface="Arial"/>
              </a:rPr>
              <a:t>Affordable learning access</a:t>
            </a:r>
          </a:p>
        </p:txBody>
      </p:sp>
      <p:sp>
        <p:nvSpPr>
          <p:cNvPr id="8" name="30%">
            <a:extLst xmlns:a="http://schemas.openxmlformats.org/drawingml/2006/main">
              <a:ext uri="{FF2B5EF4-FFF2-40B4-BE49-F238E27FC236}">
                <a16:creationId xmlns:a16="http://schemas.microsoft.com/office/drawing/2014/main" id="{B69BF393-824E-4DCD-9483-6A9A698657DA}"/>
              </a:ext>
            </a:extLst>
          </p:cNvPr>
          <p:cNvSpPr>
            <a:spLocks xmlns:a="http://schemas.openxmlformats.org/drawingml/2006/main" noGrp="1"/>
          </p:cNvSpPr>
          <p:nvPr/>
        </p:nvSpPr>
        <p:spPr>
          <a:xfrm xmlns:a="http://schemas.openxmlformats.org/drawingml/2006/main">
            <a:off x="7019925" y="1781175"/>
            <a:ext cx="4562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A86643"/>
                </a:solidFill>
                <a:latin typeface="Arial"/>
                <a:ea typeface="Arial"/>
                <a:cs typeface="Arial"/>
              </a:defRPr>
            </a:defPPr>
            <a:lvl1pPr>
              <a:defRPr sz="6600" b="1">
                <a:solidFill>
                  <a:srgbClr val="A86643"/>
                </a:solidFill>
                <a:latin typeface="Arial"/>
                <a:ea typeface="Arial"/>
                <a:cs typeface="Arial"/>
              </a:defRPr>
            </a:lvl1pPr>
            <a:lvl2pPr>
              <a:defRPr sz="6600" b="1">
                <a:solidFill>
                  <a:srgbClr val="A86643"/>
                </a:solidFill>
                <a:latin typeface="Arial"/>
                <a:ea typeface="Arial"/>
                <a:cs typeface="Arial"/>
              </a:defRPr>
            </a:lvl2pPr>
            <a:lvl3pPr>
              <a:defRPr sz="6600" b="1">
                <a:solidFill>
                  <a:srgbClr val="A86643"/>
                </a:solidFill>
                <a:latin typeface="Arial"/>
                <a:ea typeface="Arial"/>
                <a:cs typeface="Arial"/>
              </a:defRPr>
            </a:lvl3pPr>
            <a:lvl4pPr>
              <a:defRPr sz="6600" b="1">
                <a:solidFill>
                  <a:srgbClr val="A86643"/>
                </a:solidFill>
                <a:latin typeface="Arial"/>
                <a:ea typeface="Arial"/>
                <a:cs typeface="Arial"/>
              </a:defRPr>
            </a:lvl4pPr>
            <a:lvl5pPr>
              <a:defRPr sz="6600" b="1">
                <a:solidFill>
                  <a:srgbClr val="A86643"/>
                </a:solidFill>
                <a:latin typeface="Arial"/>
                <a:ea typeface="Arial"/>
                <a:cs typeface="Arial"/>
              </a:defRPr>
            </a:lvl5pPr>
            <a:lvl6pPr>
              <a:defRPr sz="6600" b="1">
                <a:solidFill>
                  <a:srgbClr val="A86643"/>
                </a:solidFill>
                <a:latin typeface="Arial"/>
                <a:ea typeface="Arial"/>
                <a:cs typeface="Arial"/>
              </a:defRPr>
            </a:lvl6pPr>
            <a:lvl7pPr>
              <a:defRPr sz="6600" b="1">
                <a:solidFill>
                  <a:srgbClr val="A86643"/>
                </a:solidFill>
                <a:latin typeface="Arial"/>
                <a:ea typeface="Arial"/>
                <a:cs typeface="Arial"/>
              </a:defRPr>
            </a:lvl7pPr>
            <a:lvl8pPr>
              <a:defRPr sz="6600" b="1">
                <a:solidFill>
                  <a:srgbClr val="A86643"/>
                </a:solidFill>
                <a:latin typeface="Arial"/>
                <a:ea typeface="Arial"/>
                <a:cs typeface="Arial"/>
              </a:defRPr>
            </a:lvl8pPr>
            <a:lvl9pPr>
              <a:defRPr sz="6600" b="1">
                <a:solidFill>
                  <a:srgbClr val="A86643"/>
                </a:solidFill>
                <a:latin typeface="Arial"/>
                <a:ea typeface="Arial"/>
                <a:cs typeface="Arial"/>
              </a:defRPr>
            </a:lvl9pPr>
          </a:lstStyle>
          <a:p xmlns:a="http://schemas.openxmlformats.org/drawingml/2006/main">
            <a:pPr>
              <a:defRPr sz="6600" b="1">
                <a:solidFill>
                  <a:srgbClr val="A86643"/>
                </a:solidFill>
                <a:latin typeface="Arial"/>
                <a:ea typeface="Arial"/>
                <a:cs typeface="Arial"/>
              </a:defRPr>
            </a:pPr>
            <a:r>
              <a:rPr sz="6600" b="1">
                <a:solidFill>
                  <a:srgbClr val="A86643"/>
                </a:solidFill>
                <a:latin typeface="Arial"/>
                <a:ea typeface="Arial"/>
                <a:cs typeface="Arial"/>
              </a:rPr>
              <a:t>30%</a:t>
            </a:r>
          </a:p>
        </p:txBody>
      </p:sp>
      <p:sp>
        <p:nvSpPr>
          <p:cNvPr id="9" name="Draft pilot target">
            <a:extLst xmlns:a="http://schemas.openxmlformats.org/drawingml/2006/main">
              <a:ext uri="{FF2B5EF4-FFF2-40B4-BE49-F238E27FC236}">
                <a16:creationId xmlns:a16="http://schemas.microsoft.com/office/drawing/2014/main" id="{7F08EA7A-7541-46AB-A7CF-02667F88A694}"/>
              </a:ext>
            </a:extLst>
          </p:cNvPr>
          <p:cNvSpPr>
            <a:spLocks xmlns:a="http://schemas.openxmlformats.org/drawingml/2006/main" noGrp="1"/>
          </p:cNvSpPr>
          <p:nvPr/>
        </p:nvSpPr>
        <p:spPr>
          <a:xfrm xmlns:a="http://schemas.openxmlformats.org/drawingml/2006/main">
            <a:off x="7067550" y="2914650"/>
            <a:ext cx="4514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A86643"/>
                </a:solidFill>
                <a:latin typeface="Arial"/>
                <a:ea typeface="Arial"/>
                <a:cs typeface="Arial"/>
              </a:defRPr>
            </a:defPPr>
            <a:lvl1pPr>
              <a:defRPr sz="2100" b="1">
                <a:solidFill>
                  <a:srgbClr val="A86643"/>
                </a:solidFill>
                <a:latin typeface="Arial"/>
                <a:ea typeface="Arial"/>
                <a:cs typeface="Arial"/>
              </a:defRPr>
            </a:lvl1pPr>
            <a:lvl2pPr>
              <a:defRPr sz="2100" b="1">
                <a:solidFill>
                  <a:srgbClr val="A86643"/>
                </a:solidFill>
                <a:latin typeface="Arial"/>
                <a:ea typeface="Arial"/>
                <a:cs typeface="Arial"/>
              </a:defRPr>
            </a:lvl2pPr>
            <a:lvl3pPr>
              <a:defRPr sz="2100" b="1">
                <a:solidFill>
                  <a:srgbClr val="A86643"/>
                </a:solidFill>
                <a:latin typeface="Arial"/>
                <a:ea typeface="Arial"/>
                <a:cs typeface="Arial"/>
              </a:defRPr>
            </a:lvl3pPr>
            <a:lvl4pPr>
              <a:defRPr sz="2100" b="1">
                <a:solidFill>
                  <a:srgbClr val="A86643"/>
                </a:solidFill>
                <a:latin typeface="Arial"/>
                <a:ea typeface="Arial"/>
                <a:cs typeface="Arial"/>
              </a:defRPr>
            </a:lvl4pPr>
            <a:lvl5pPr>
              <a:defRPr sz="2100" b="1">
                <a:solidFill>
                  <a:srgbClr val="A86643"/>
                </a:solidFill>
                <a:latin typeface="Arial"/>
                <a:ea typeface="Arial"/>
                <a:cs typeface="Arial"/>
              </a:defRPr>
            </a:lvl5pPr>
            <a:lvl6pPr>
              <a:defRPr sz="2100" b="1">
                <a:solidFill>
                  <a:srgbClr val="A86643"/>
                </a:solidFill>
                <a:latin typeface="Arial"/>
                <a:ea typeface="Arial"/>
                <a:cs typeface="Arial"/>
              </a:defRPr>
            </a:lvl6pPr>
            <a:lvl7pPr>
              <a:defRPr sz="2100" b="1">
                <a:solidFill>
                  <a:srgbClr val="A86643"/>
                </a:solidFill>
                <a:latin typeface="Arial"/>
                <a:ea typeface="Arial"/>
                <a:cs typeface="Arial"/>
              </a:defRPr>
            </a:lvl7pPr>
            <a:lvl8pPr>
              <a:defRPr sz="2100" b="1">
                <a:solidFill>
                  <a:srgbClr val="A86643"/>
                </a:solidFill>
                <a:latin typeface="Arial"/>
                <a:ea typeface="Arial"/>
                <a:cs typeface="Arial"/>
              </a:defRPr>
            </a:lvl8pPr>
            <a:lvl9pPr>
              <a:defRPr sz="2100" b="1">
                <a:solidFill>
                  <a:srgbClr val="A86643"/>
                </a:solidFill>
                <a:latin typeface="Arial"/>
                <a:ea typeface="Arial"/>
                <a:cs typeface="Arial"/>
              </a:defRPr>
            </a:lvl9pPr>
          </a:lstStyle>
          <a:p xmlns:a="http://schemas.openxmlformats.org/drawingml/2006/main">
            <a:pPr>
              <a:defRPr sz="2100" b="1">
                <a:solidFill>
                  <a:srgbClr val="A86643"/>
                </a:solidFill>
                <a:latin typeface="Arial"/>
                <a:ea typeface="Arial"/>
                <a:cs typeface="Arial"/>
              </a:defRPr>
            </a:pPr>
            <a:r>
              <a:rPr sz="2100" b="1">
                <a:solidFill>
                  <a:srgbClr val="A86643"/>
                </a:solidFill>
                <a:latin typeface="Arial"/>
                <a:ea typeface="Arial"/>
                <a:cs typeface="Arial"/>
              </a:rPr>
              <a:t>Draft pilot target</a:t>
            </a:r>
          </a:p>
        </p:txBody>
      </p:sp>
      <p:sp>
        <p:nvSpPr>
          <p:cNvPr id="10" name="Lower median planning time&#10;without ">
            <a:extLst xmlns:a="http://schemas.openxmlformats.org/drawingml/2006/main">
              <a:ext uri="{FF2B5EF4-FFF2-40B4-BE49-F238E27FC236}">
                <a16:creationId xmlns:a16="http://schemas.microsoft.com/office/drawing/2014/main" id="{B2D80211-7258-4379-8952-AB4352873FAC}"/>
              </a:ext>
            </a:extLst>
          </p:cNvPr>
          <p:cNvSpPr>
            <a:spLocks xmlns:a="http://schemas.openxmlformats.org/drawingml/2006/main" noGrp="1"/>
          </p:cNvSpPr>
          <p:nvPr/>
        </p:nvSpPr>
        <p:spPr>
          <a:xfrm xmlns:a="http://schemas.openxmlformats.org/drawingml/2006/main">
            <a:off x="7067550" y="3505200"/>
            <a:ext cx="4514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E35"/>
                </a:solidFill>
                <a:latin typeface="Arial"/>
                <a:ea typeface="Arial"/>
                <a:cs typeface="Arial"/>
              </a:defRPr>
            </a:defPPr>
            <a:lvl1pPr>
              <a:defRPr sz="2175" b="0">
                <a:solidFill>
                  <a:srgbClr val="233E35"/>
                </a:solidFill>
                <a:latin typeface="Arial"/>
                <a:ea typeface="Arial"/>
                <a:cs typeface="Arial"/>
              </a:defRPr>
            </a:lvl1pPr>
            <a:lvl2pPr>
              <a:defRPr sz="2175" b="0">
                <a:solidFill>
                  <a:srgbClr val="233E35"/>
                </a:solidFill>
                <a:latin typeface="Arial"/>
                <a:ea typeface="Arial"/>
                <a:cs typeface="Arial"/>
              </a:defRPr>
            </a:lvl2pPr>
            <a:lvl3pPr>
              <a:defRPr sz="2175" b="0">
                <a:solidFill>
                  <a:srgbClr val="233E35"/>
                </a:solidFill>
                <a:latin typeface="Arial"/>
                <a:ea typeface="Arial"/>
                <a:cs typeface="Arial"/>
              </a:defRPr>
            </a:lvl3pPr>
            <a:lvl4pPr>
              <a:defRPr sz="2175" b="0">
                <a:solidFill>
                  <a:srgbClr val="233E35"/>
                </a:solidFill>
                <a:latin typeface="Arial"/>
                <a:ea typeface="Arial"/>
                <a:cs typeface="Arial"/>
              </a:defRPr>
            </a:lvl4pPr>
            <a:lvl5pPr>
              <a:defRPr sz="2175" b="0">
                <a:solidFill>
                  <a:srgbClr val="233E35"/>
                </a:solidFill>
                <a:latin typeface="Arial"/>
                <a:ea typeface="Arial"/>
                <a:cs typeface="Arial"/>
              </a:defRPr>
            </a:lvl5pPr>
            <a:lvl6pPr>
              <a:defRPr sz="2175" b="0">
                <a:solidFill>
                  <a:srgbClr val="233E35"/>
                </a:solidFill>
                <a:latin typeface="Arial"/>
                <a:ea typeface="Arial"/>
                <a:cs typeface="Arial"/>
              </a:defRPr>
            </a:lvl6pPr>
            <a:lvl7pPr>
              <a:defRPr sz="2175" b="0">
                <a:solidFill>
                  <a:srgbClr val="233E35"/>
                </a:solidFill>
                <a:latin typeface="Arial"/>
                <a:ea typeface="Arial"/>
                <a:cs typeface="Arial"/>
              </a:defRPr>
            </a:lvl7pPr>
            <a:lvl8pPr>
              <a:defRPr sz="2175" b="0">
                <a:solidFill>
                  <a:srgbClr val="233E35"/>
                </a:solidFill>
                <a:latin typeface="Arial"/>
                <a:ea typeface="Arial"/>
                <a:cs typeface="Arial"/>
              </a:defRPr>
            </a:lvl8pPr>
            <a:lvl9pPr>
              <a:defRPr sz="2175" b="0">
                <a:solidFill>
                  <a:srgbClr val="233E35"/>
                </a:solidFill>
                <a:latin typeface="Arial"/>
                <a:ea typeface="Arial"/>
                <a:cs typeface="Arial"/>
              </a:defRPr>
            </a:lvl9pPr>
          </a:lstStyle>
          <a:p xmlns:a="http://schemas.openxmlformats.org/drawingml/2006/main">
            <a:pPr>
              <a:defRPr sz="2175" b="0">
                <a:solidFill>
                  <a:srgbClr val="233E35"/>
                </a:solidFill>
                <a:latin typeface="Arial"/>
                <a:ea typeface="Arial"/>
                <a:cs typeface="Arial"/>
              </a:defRPr>
            </a:pPr>
            <a:r>
              <a:rPr sz="2175" b="0">
                <a:solidFill>
                  <a:srgbClr val="233E35"/>
                </a:solidFill>
                <a:latin typeface="Arial"/>
                <a:ea typeface="Arial"/>
                <a:cs typeface="Arial"/>
              </a:rPr>
              <a:t>Lower median planning time</a:t>
            </a:r>
          </a:p>
          <a:p xmlns:a="http://schemas.openxmlformats.org/drawingml/2006/main">
            <a:pPr>
              <a:defRPr sz="2175" b="0">
                <a:solidFill>
                  <a:srgbClr val="233E35"/>
                </a:solidFill>
                <a:latin typeface="Arial"/>
                <a:ea typeface="Arial"/>
                <a:cs typeface="Arial"/>
              </a:defRPr>
            </a:pPr>
            <a:r>
              <a:rPr sz="2175" b="0">
                <a:solidFill>
                  <a:srgbClr val="233E35"/>
                </a:solidFill>
                <a:latin typeface="Arial"/>
                <a:ea typeface="Arial"/>
                <a:cs typeface="Arial"/>
              </a:rPr>
              <a:t>without lower task correctness.</a:t>
            </a:r>
          </a:p>
        </p:txBody>
      </p:sp>
      <p:sp>
        <p:nvSpPr>
          <p:cNvPr id="11" name="Baseline and user validation&#10;remain">
            <a:extLst xmlns:a="http://schemas.openxmlformats.org/drawingml/2006/main">
              <a:ext uri="{FF2B5EF4-FFF2-40B4-BE49-F238E27FC236}">
                <a16:creationId xmlns:a16="http://schemas.microsoft.com/office/drawing/2014/main" id="{1354832F-07AC-444C-946C-706144167364}"/>
              </a:ext>
            </a:extLst>
          </p:cNvPr>
          <p:cNvSpPr>
            <a:spLocks xmlns:a="http://schemas.openxmlformats.org/drawingml/2006/main" noGrp="1"/>
          </p:cNvSpPr>
          <p:nvPr/>
        </p:nvSpPr>
        <p:spPr>
          <a:xfrm xmlns:a="http://schemas.openxmlformats.org/drawingml/2006/main">
            <a:off x="7067550" y="4724400"/>
            <a:ext cx="4514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47468"/>
                </a:solidFill>
                <a:latin typeface="Arial"/>
                <a:ea typeface="Arial"/>
                <a:cs typeface="Arial"/>
              </a:defRPr>
            </a:defPPr>
            <a:lvl1pPr>
              <a:defRPr sz="1800" b="0">
                <a:solidFill>
                  <a:srgbClr val="647468"/>
                </a:solidFill>
                <a:latin typeface="Arial"/>
                <a:ea typeface="Arial"/>
                <a:cs typeface="Arial"/>
              </a:defRPr>
            </a:lvl1pPr>
            <a:lvl2pPr>
              <a:defRPr sz="1800" b="0">
                <a:solidFill>
                  <a:srgbClr val="647468"/>
                </a:solidFill>
                <a:latin typeface="Arial"/>
                <a:ea typeface="Arial"/>
                <a:cs typeface="Arial"/>
              </a:defRPr>
            </a:lvl2pPr>
            <a:lvl3pPr>
              <a:defRPr sz="1800" b="0">
                <a:solidFill>
                  <a:srgbClr val="647468"/>
                </a:solidFill>
                <a:latin typeface="Arial"/>
                <a:ea typeface="Arial"/>
                <a:cs typeface="Arial"/>
              </a:defRPr>
            </a:lvl3pPr>
            <a:lvl4pPr>
              <a:defRPr sz="1800" b="0">
                <a:solidFill>
                  <a:srgbClr val="647468"/>
                </a:solidFill>
                <a:latin typeface="Arial"/>
                <a:ea typeface="Arial"/>
                <a:cs typeface="Arial"/>
              </a:defRPr>
            </a:lvl4pPr>
            <a:lvl5pPr>
              <a:defRPr sz="1800" b="0">
                <a:solidFill>
                  <a:srgbClr val="647468"/>
                </a:solidFill>
                <a:latin typeface="Arial"/>
                <a:ea typeface="Arial"/>
                <a:cs typeface="Arial"/>
              </a:defRPr>
            </a:lvl5pPr>
            <a:lvl6pPr>
              <a:defRPr sz="1800" b="0">
                <a:solidFill>
                  <a:srgbClr val="647468"/>
                </a:solidFill>
                <a:latin typeface="Arial"/>
                <a:ea typeface="Arial"/>
                <a:cs typeface="Arial"/>
              </a:defRPr>
            </a:lvl6pPr>
            <a:lvl7pPr>
              <a:defRPr sz="1800" b="0">
                <a:solidFill>
                  <a:srgbClr val="647468"/>
                </a:solidFill>
                <a:latin typeface="Arial"/>
                <a:ea typeface="Arial"/>
                <a:cs typeface="Arial"/>
              </a:defRPr>
            </a:lvl7pPr>
            <a:lvl8pPr>
              <a:defRPr sz="1800" b="0">
                <a:solidFill>
                  <a:srgbClr val="647468"/>
                </a:solidFill>
                <a:latin typeface="Arial"/>
                <a:ea typeface="Arial"/>
                <a:cs typeface="Arial"/>
              </a:defRPr>
            </a:lvl8pPr>
            <a:lvl9pPr>
              <a:defRPr sz="1800" b="0">
                <a:solidFill>
                  <a:srgbClr val="647468"/>
                </a:solidFill>
                <a:latin typeface="Arial"/>
                <a:ea typeface="Arial"/>
                <a:cs typeface="Arial"/>
              </a:defRPr>
            </a:lvl9pPr>
          </a:lstStyle>
          <a:p xmlns:a="http://schemas.openxmlformats.org/drawingml/2006/main">
            <a:pPr>
              <a:defRPr sz="1800" b="0">
                <a:solidFill>
                  <a:srgbClr val="647468"/>
                </a:solidFill>
                <a:latin typeface="Arial"/>
                <a:ea typeface="Arial"/>
                <a:cs typeface="Arial"/>
              </a:defRPr>
            </a:pPr>
            <a:r>
              <a:rPr sz="1800" b="0">
                <a:solidFill>
                  <a:srgbClr val="647468"/>
                </a:solidFill>
                <a:latin typeface="Arial"/>
                <a:ea typeface="Arial"/>
                <a:cs typeface="Arial"/>
              </a:rPr>
              <a:t>Baseline and user validation</a:t>
            </a:r>
          </a:p>
          <a:p xmlns:a="http://schemas.openxmlformats.org/drawingml/2006/main">
            <a:pPr>
              <a:defRPr sz="1800" b="0">
                <a:solidFill>
                  <a:srgbClr val="647468"/>
                </a:solidFill>
                <a:latin typeface="Arial"/>
                <a:ea typeface="Arial"/>
                <a:cs typeface="Arial"/>
              </a:defRPr>
            </a:pPr>
            <a:r>
              <a:rPr sz="1800" b="0">
                <a:solidFill>
                  <a:srgbClr val="647468"/>
                </a:solidFill>
                <a:latin typeface="Arial"/>
                <a:ea typeface="Arial"/>
                <a:cs typeface="Arial"/>
              </a:rPr>
              <a:t>remain unmeasured.</a:t>
            </a:r>
          </a:p>
        </p:txBody>
      </p:sp>
      <p:sp>
        <p:nvSpPr>
          <p:cNvPr id="12" name="Demo: https://shift-bridge-kingyang">
            <a:extLst xmlns:a="http://schemas.openxmlformats.org/drawingml/2006/main">
              <a:ext uri="{FF2B5EF4-FFF2-40B4-BE49-F238E27FC236}">
                <a16:creationId xmlns:a16="http://schemas.microsoft.com/office/drawing/2014/main" id="{C6C3A978-7CDE-4432-BC83-9DE526941043}"/>
              </a:ext>
            </a:extLst>
          </p:cNvPr>
          <p:cNvSpPr>
            <a:spLocks xmlns:a="http://schemas.openxmlformats.org/drawingml/2006/main" noGrp="1"/>
          </p:cNvSpPr>
          <p:nvPr/>
        </p:nvSpPr>
        <p:spPr>
          <a:xfrm xmlns:a="http://schemas.openxmlformats.org/drawingml/2006/main">
            <a:off x="609600" y="5695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93F35"/>
                </a:solidFill>
                <a:latin typeface="Arial"/>
                <a:ea typeface="Arial"/>
                <a:cs typeface="Arial"/>
              </a:defRPr>
            </a:defPPr>
            <a:lvl1pPr>
              <a:defRPr sz="1650" b="0">
                <a:solidFill>
                  <a:srgbClr val="193F35"/>
                </a:solidFill>
                <a:latin typeface="Arial"/>
                <a:ea typeface="Arial"/>
                <a:cs typeface="Arial"/>
              </a:defRPr>
            </a:lvl1pPr>
            <a:lvl2pPr>
              <a:defRPr sz="1650" b="0">
                <a:solidFill>
                  <a:srgbClr val="193F35"/>
                </a:solidFill>
                <a:latin typeface="Arial"/>
                <a:ea typeface="Arial"/>
                <a:cs typeface="Arial"/>
              </a:defRPr>
            </a:lvl2pPr>
            <a:lvl3pPr>
              <a:defRPr sz="1650" b="0">
                <a:solidFill>
                  <a:srgbClr val="193F35"/>
                </a:solidFill>
                <a:latin typeface="Arial"/>
                <a:ea typeface="Arial"/>
                <a:cs typeface="Arial"/>
              </a:defRPr>
            </a:lvl3pPr>
            <a:lvl4pPr>
              <a:defRPr sz="1650" b="0">
                <a:solidFill>
                  <a:srgbClr val="193F35"/>
                </a:solidFill>
                <a:latin typeface="Arial"/>
                <a:ea typeface="Arial"/>
                <a:cs typeface="Arial"/>
              </a:defRPr>
            </a:lvl4pPr>
            <a:lvl5pPr>
              <a:defRPr sz="1650" b="0">
                <a:solidFill>
                  <a:srgbClr val="193F35"/>
                </a:solidFill>
                <a:latin typeface="Arial"/>
                <a:ea typeface="Arial"/>
                <a:cs typeface="Arial"/>
              </a:defRPr>
            </a:lvl5pPr>
            <a:lvl6pPr>
              <a:defRPr sz="1650" b="0">
                <a:solidFill>
                  <a:srgbClr val="193F35"/>
                </a:solidFill>
                <a:latin typeface="Arial"/>
                <a:ea typeface="Arial"/>
                <a:cs typeface="Arial"/>
              </a:defRPr>
            </a:lvl6pPr>
            <a:lvl7pPr>
              <a:defRPr sz="1650" b="0">
                <a:solidFill>
                  <a:srgbClr val="193F35"/>
                </a:solidFill>
                <a:latin typeface="Arial"/>
                <a:ea typeface="Arial"/>
                <a:cs typeface="Arial"/>
              </a:defRPr>
            </a:lvl7pPr>
            <a:lvl8pPr>
              <a:defRPr sz="1650" b="0">
                <a:solidFill>
                  <a:srgbClr val="193F35"/>
                </a:solidFill>
                <a:latin typeface="Arial"/>
                <a:ea typeface="Arial"/>
                <a:cs typeface="Arial"/>
              </a:defRPr>
            </a:lvl8pPr>
            <a:lvl9pPr>
              <a:defRPr sz="1650" b="0">
                <a:solidFill>
                  <a:srgbClr val="193F35"/>
                </a:solidFill>
                <a:latin typeface="Arial"/>
                <a:ea typeface="Arial"/>
                <a:cs typeface="Arial"/>
              </a:defRPr>
            </a:lvl9pPr>
          </a:lstStyle>
          <a:p xmlns:a="http://schemas.openxmlformats.org/drawingml/2006/main">
            <a:pPr>
              <a:defRPr sz="1650" b="0">
                <a:solidFill>
                  <a:srgbClr val="193F35"/>
                </a:solidFill>
                <a:latin typeface="Arial"/>
                <a:ea typeface="Arial"/>
                <a:cs typeface="Arial"/>
              </a:defRPr>
            </a:pPr>
            <a:r>
              <a:rPr sz="1650" b="0">
                <a:solidFill>
                  <a:srgbClr val="193F35"/>
                </a:solidFill>
                <a:latin typeface="Arial"/>
                <a:ea typeface="Arial"/>
                <a:cs typeface="Arial"/>
              </a:rPr>
              <a:t>Demo: https://shift-bridge-kingyang3096.replit.app</a:t>
            </a:r>
          </a:p>
        </p:txBody>
      </p:sp>
      <p:sp>
        <p:nvSpPr>
          <p:cNvPr id="13" name="Codex provided major development as">
            <a:extLst xmlns:a="http://schemas.openxmlformats.org/drawingml/2006/main">
              <a:ext uri="{FF2B5EF4-FFF2-40B4-BE49-F238E27FC236}">
                <a16:creationId xmlns:a16="http://schemas.microsoft.com/office/drawing/2014/main" id="{5155E838-C2E8-47D2-8C03-4712B7EDCE6D}"/>
              </a:ext>
            </a:extLst>
          </p:cNvPr>
          <p:cNvSpPr>
            <a:spLocks xmlns:a="http://schemas.openxmlformats.org/drawingml/2006/main" noGrp="1"/>
          </p:cNvSpPr>
          <p:nvPr/>
        </p:nvSpPr>
        <p:spPr>
          <a:xfrm xmlns:a="http://schemas.openxmlformats.org/drawingml/2006/main">
            <a:off x="609600" y="60674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7468"/>
                </a:solidFill>
                <a:latin typeface="Arial"/>
                <a:ea typeface="Arial"/>
                <a:cs typeface="Arial"/>
              </a:defRPr>
            </a:defPPr>
            <a:lvl1pPr>
              <a:defRPr sz="1500" b="0">
                <a:solidFill>
                  <a:srgbClr val="647468"/>
                </a:solidFill>
                <a:latin typeface="Arial"/>
                <a:ea typeface="Arial"/>
                <a:cs typeface="Arial"/>
              </a:defRPr>
            </a:lvl1pPr>
            <a:lvl2pPr>
              <a:defRPr sz="1500" b="0">
                <a:solidFill>
                  <a:srgbClr val="647468"/>
                </a:solidFill>
                <a:latin typeface="Arial"/>
                <a:ea typeface="Arial"/>
                <a:cs typeface="Arial"/>
              </a:defRPr>
            </a:lvl2pPr>
            <a:lvl3pPr>
              <a:defRPr sz="1500" b="0">
                <a:solidFill>
                  <a:srgbClr val="647468"/>
                </a:solidFill>
                <a:latin typeface="Arial"/>
                <a:ea typeface="Arial"/>
                <a:cs typeface="Arial"/>
              </a:defRPr>
            </a:lvl3pPr>
            <a:lvl4pPr>
              <a:defRPr sz="1500" b="0">
                <a:solidFill>
                  <a:srgbClr val="647468"/>
                </a:solidFill>
                <a:latin typeface="Arial"/>
                <a:ea typeface="Arial"/>
                <a:cs typeface="Arial"/>
              </a:defRPr>
            </a:lvl4pPr>
            <a:lvl5pPr>
              <a:defRPr sz="1500" b="0">
                <a:solidFill>
                  <a:srgbClr val="647468"/>
                </a:solidFill>
                <a:latin typeface="Arial"/>
                <a:ea typeface="Arial"/>
                <a:cs typeface="Arial"/>
              </a:defRPr>
            </a:lvl5pPr>
            <a:lvl6pPr>
              <a:defRPr sz="1500" b="0">
                <a:solidFill>
                  <a:srgbClr val="647468"/>
                </a:solidFill>
                <a:latin typeface="Arial"/>
                <a:ea typeface="Arial"/>
                <a:cs typeface="Arial"/>
              </a:defRPr>
            </a:lvl6pPr>
            <a:lvl7pPr>
              <a:defRPr sz="1500" b="0">
                <a:solidFill>
                  <a:srgbClr val="647468"/>
                </a:solidFill>
                <a:latin typeface="Arial"/>
                <a:ea typeface="Arial"/>
                <a:cs typeface="Arial"/>
              </a:defRPr>
            </a:lvl7pPr>
            <a:lvl8pPr>
              <a:defRPr sz="1500" b="0">
                <a:solidFill>
                  <a:srgbClr val="647468"/>
                </a:solidFill>
                <a:latin typeface="Arial"/>
                <a:ea typeface="Arial"/>
                <a:cs typeface="Arial"/>
              </a:defRPr>
            </a:lvl8pPr>
            <a:lvl9pPr>
              <a:defRPr sz="1500" b="0">
                <a:solidFill>
                  <a:srgbClr val="647468"/>
                </a:solidFill>
                <a:latin typeface="Arial"/>
                <a:ea typeface="Arial"/>
                <a:cs typeface="Arial"/>
              </a:defRPr>
            </a:lvl9pPr>
          </a:lstStyle>
          <a:p xmlns:a="http://schemas.openxmlformats.org/drawingml/2006/main">
            <a:pPr>
              <a:defRPr sz="1500" b="0">
                <a:solidFill>
                  <a:srgbClr val="647468"/>
                </a:solidFill>
                <a:latin typeface="Arial"/>
                <a:ea typeface="Arial"/>
                <a:cs typeface="Arial"/>
              </a:defRPr>
            </a:pPr>
            <a:r>
              <a:rPr sz="1500" b="0">
                <a:solidFill>
                  <a:srgbClr val="647468"/>
                </a:solidFill>
                <a:latin typeface="Arial"/>
                <a:ea typeface="Arial"/>
                <a:cs typeface="Arial"/>
              </a:rPr>
              <a:t>Codex provided major development assistance. Gemini supplied strategic critique.</a:t>
            </a:r>
          </a:p>
        </p:txBody>
      </p:sp>
    </p:spTree>
    <p:extLst>
      <p:ext uri="{BB962C8B-B14F-4D97-AF65-F5344CB8AC3E}">
        <p14:creationId xmlns:p14="http://schemas.microsoft.com/office/powerpoint/2010/main" val="11741140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2026-10-23T11:27:15.8140000Z</dcterms:created>
  <dcterms:modified xsi:type="dcterms:W3CDTF">2026-10-23T11:27:15.8140000Z</dcterms:modified>
</coreProperties>
</file>